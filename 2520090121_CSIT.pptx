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70" r:id="rId11"/>
    <p:sldId id="267" r:id="rId12"/>
    <p:sldId id="268" r:id="rId13"/>
    <p:sldId id="269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D98719-08AB-4C99-BEFC-483EB3A3AD5B}" v="15" dt="2026-03-08T11:42:42.20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115" y="60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173030211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06-03-</a:t>
            </a:r>
            <a:r>
              <a:rPr spc="-20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173030211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06-03-</a:t>
            </a:r>
            <a:r>
              <a:rPr spc="-20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173030211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06-03-</a:t>
            </a:r>
            <a:r>
              <a:rPr spc="-20" dirty="0"/>
              <a:t>2026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173030211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06-03-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5" y="57150"/>
            <a:ext cx="1533525" cy="61912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8675" y="809625"/>
            <a:ext cx="3105150" cy="261937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62475" y="647700"/>
            <a:ext cx="3105150" cy="261937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82000" y="647700"/>
            <a:ext cx="3095625" cy="2619375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33425" y="3590925"/>
            <a:ext cx="3095625" cy="2619375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43425" y="3590925"/>
            <a:ext cx="3143250" cy="2638425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372475" y="3590925"/>
            <a:ext cx="3114675" cy="2638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173030211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06-03-</a:t>
            </a:r>
            <a:r>
              <a:rPr spc="-20" dirty="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725" y="57150"/>
            <a:ext cx="1533525" cy="6191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67254" y="-74993"/>
            <a:ext cx="7687945" cy="12880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2165" y="1298193"/>
            <a:ext cx="10617835" cy="4051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57445" y="6441747"/>
            <a:ext cx="721995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173030211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7575" y="6441747"/>
            <a:ext cx="744219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06-03-</a:t>
            </a:r>
            <a:r>
              <a:rPr spc="-20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76051" y="6441747"/>
            <a:ext cx="241300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67254" y="392430"/>
            <a:ext cx="768794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Title:</a:t>
            </a:r>
            <a:r>
              <a:rPr sz="2400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F5599"/>
                </a:solidFill>
                <a:latin typeface="Times New Roman"/>
                <a:cs typeface="Times New Roman"/>
              </a:rPr>
              <a:t>NearStitch-</a:t>
            </a:r>
            <a:r>
              <a:rPr sz="2400" spc="-35" dirty="0">
                <a:solidFill>
                  <a:srgbClr val="2F55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F5599"/>
                </a:solidFill>
                <a:latin typeface="Times New Roman"/>
                <a:cs typeface="Times New Roman"/>
              </a:rPr>
              <a:t>Fashion</a:t>
            </a:r>
            <a:r>
              <a:rPr sz="2400" spc="-35" dirty="0">
                <a:solidFill>
                  <a:srgbClr val="2F55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F5599"/>
                </a:solidFill>
                <a:latin typeface="Times New Roman"/>
                <a:cs typeface="Times New Roman"/>
              </a:rPr>
              <a:t>Designing</a:t>
            </a:r>
            <a:r>
              <a:rPr sz="2400" spc="-40" dirty="0">
                <a:solidFill>
                  <a:srgbClr val="2F55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F5599"/>
                </a:solidFill>
                <a:latin typeface="Times New Roman"/>
                <a:cs typeface="Times New Roman"/>
              </a:rPr>
              <a:t>Pickup</a:t>
            </a:r>
            <a:r>
              <a:rPr sz="2400" spc="-35" dirty="0">
                <a:solidFill>
                  <a:srgbClr val="2F5599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F5599"/>
                </a:solidFill>
                <a:latin typeface="Times New Roman"/>
                <a:cs typeface="Times New Roman"/>
              </a:rPr>
              <a:t>Delivery</a:t>
            </a:r>
            <a:r>
              <a:rPr sz="2400" spc="-35" dirty="0">
                <a:solidFill>
                  <a:srgbClr val="2F5599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F5599"/>
                </a:solidFill>
                <a:latin typeface="Times New Roman"/>
                <a:cs typeface="Times New Roman"/>
              </a:rPr>
              <a:t>platform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33571" y="1090930"/>
            <a:ext cx="4137660" cy="42704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400" dirty="0">
                <a:latin typeface="Calibri"/>
                <a:cs typeface="Calibri"/>
              </a:rPr>
              <a:t>Student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Name: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60" dirty="0">
                <a:latin typeface="Calibri"/>
                <a:cs typeface="Calibri"/>
              </a:rPr>
              <a:t>THOTA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JHANA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SRI</a:t>
            </a:r>
            <a:endParaRPr sz="2400" dirty="0">
              <a:latin typeface="Calibri"/>
              <a:cs typeface="Calibri"/>
            </a:endParaRPr>
          </a:p>
          <a:p>
            <a:pPr marL="7620" algn="ctr">
              <a:lnSpc>
                <a:spcPct val="100000"/>
              </a:lnSpc>
              <a:spcBef>
                <a:spcPts val="125"/>
              </a:spcBef>
            </a:pPr>
            <a:r>
              <a:rPr sz="2400" spc="-10" dirty="0">
                <a:latin typeface="Calibri"/>
                <a:cs typeface="Calibri"/>
              </a:rPr>
              <a:t>Student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ID: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2520</a:t>
            </a:r>
            <a:r>
              <a:rPr sz="2400" spc="50" dirty="0">
                <a:latin typeface="Calibri"/>
                <a:cs typeface="Calibri"/>
              </a:rPr>
              <a:t>0</a:t>
            </a:r>
            <a:r>
              <a:rPr sz="2400" spc="-25" dirty="0">
                <a:latin typeface="Calibri"/>
                <a:cs typeface="Calibri"/>
              </a:rPr>
              <a:t>9012</a:t>
            </a:r>
            <a:r>
              <a:rPr sz="2400" spc="45" dirty="0">
                <a:latin typeface="Calibri"/>
                <a:cs typeface="Calibri"/>
              </a:rPr>
              <a:t>1</a:t>
            </a:r>
            <a:r>
              <a:rPr sz="600" spc="-5" dirty="0">
                <a:latin typeface="Calibri"/>
                <a:cs typeface="Calibri"/>
              </a:rPr>
              <a:t>)</a:t>
            </a:r>
            <a:endParaRPr sz="600" dirty="0">
              <a:latin typeface="Calibri"/>
              <a:cs typeface="Calibri"/>
            </a:endParaRPr>
          </a:p>
          <a:p>
            <a:pPr marL="812800" marR="802005" indent="3810" algn="ctr">
              <a:lnSpc>
                <a:spcPts val="3379"/>
              </a:lnSpc>
              <a:spcBef>
                <a:spcPts val="120"/>
              </a:spcBef>
            </a:pPr>
            <a:r>
              <a:rPr sz="2750" spc="-10" dirty="0">
                <a:latin typeface="Calibri"/>
                <a:cs typeface="Calibri"/>
              </a:rPr>
              <a:t>Cluster:02 </a:t>
            </a:r>
            <a:r>
              <a:rPr sz="2750" dirty="0">
                <a:latin typeface="Calibri"/>
                <a:cs typeface="Calibri"/>
              </a:rPr>
              <a:t>Section:</a:t>
            </a:r>
            <a:r>
              <a:rPr sz="2750" spc="8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06(FWD)</a:t>
            </a:r>
            <a:endParaRPr sz="2750" dirty="0">
              <a:latin typeface="Calibri"/>
              <a:cs typeface="Calibri"/>
            </a:endParaRPr>
          </a:p>
          <a:p>
            <a:pPr marL="937894" marR="908685" algn="ctr">
              <a:lnSpc>
                <a:spcPct val="110600"/>
              </a:lnSpc>
              <a:spcBef>
                <a:spcPts val="1714"/>
              </a:spcBef>
            </a:pPr>
            <a:r>
              <a:rPr sz="2150" dirty="0">
                <a:latin typeface="Calibri"/>
                <a:cs typeface="Calibri"/>
              </a:rPr>
              <a:t>Under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114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Guidance </a:t>
            </a:r>
            <a:r>
              <a:rPr sz="2150" spc="-25" dirty="0">
                <a:latin typeface="Calibri"/>
                <a:cs typeface="Calibri"/>
              </a:rPr>
              <a:t>of</a:t>
            </a:r>
            <a:endParaRPr lang="en-IN" sz="2150" spc="-25" dirty="0">
              <a:latin typeface="Calibri"/>
              <a:cs typeface="Calibri"/>
            </a:endParaRPr>
          </a:p>
          <a:p>
            <a:pPr marL="937894" marR="908685" algn="ctr">
              <a:lnSpc>
                <a:spcPct val="110600"/>
              </a:lnSpc>
              <a:spcBef>
                <a:spcPts val="1714"/>
              </a:spcBef>
            </a:pPr>
            <a:r>
              <a:rPr sz="2150" dirty="0">
                <a:solidFill>
                  <a:srgbClr val="00AF50"/>
                </a:solidFill>
                <a:latin typeface="Calibri"/>
                <a:cs typeface="Calibri"/>
              </a:rPr>
              <a:t>Supervisor</a:t>
            </a:r>
            <a:r>
              <a:rPr sz="2150" spc="1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00AF50"/>
                </a:solidFill>
                <a:latin typeface="Calibri"/>
                <a:cs typeface="Calibri"/>
              </a:rPr>
              <a:t>Name:</a:t>
            </a:r>
            <a:r>
              <a:rPr sz="2150" spc="1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lang="en-IN" sz="2150" spc="-10" dirty="0">
                <a:solidFill>
                  <a:srgbClr val="00AF50"/>
                </a:solidFill>
                <a:latin typeface="Calibri"/>
                <a:cs typeface="Calibri"/>
              </a:rPr>
              <a:t>Deepika mam</a:t>
            </a:r>
          </a:p>
          <a:p>
            <a:pPr marL="555625" marR="523240" algn="ctr">
              <a:lnSpc>
                <a:spcPct val="110600"/>
              </a:lnSpc>
              <a:spcBef>
                <a:spcPts val="5"/>
              </a:spcBef>
            </a:pPr>
            <a:r>
              <a:rPr sz="2150" dirty="0">
                <a:solidFill>
                  <a:srgbClr val="00AF50"/>
                </a:solidFill>
                <a:latin typeface="Calibri"/>
                <a:cs typeface="Calibri"/>
              </a:rPr>
              <a:t>Assistant</a:t>
            </a:r>
            <a:r>
              <a:rPr sz="2150" spc="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00AF50"/>
                </a:solidFill>
                <a:latin typeface="Calibri"/>
                <a:cs typeface="Calibri"/>
              </a:rPr>
              <a:t>Professor </a:t>
            </a:r>
            <a:r>
              <a:rPr sz="2150" dirty="0">
                <a:solidFill>
                  <a:srgbClr val="00AF50"/>
                </a:solidFill>
                <a:latin typeface="Calibri"/>
                <a:cs typeface="Calibri"/>
              </a:rPr>
              <a:t>Department</a:t>
            </a:r>
            <a:r>
              <a:rPr sz="2150" spc="8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00AF50"/>
                </a:solidFill>
                <a:latin typeface="Calibri"/>
                <a:cs typeface="Calibri"/>
              </a:rPr>
              <a:t>of</a:t>
            </a:r>
            <a:r>
              <a:rPr sz="2150" spc="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150" spc="-25" dirty="0">
                <a:solidFill>
                  <a:srgbClr val="00AF50"/>
                </a:solidFill>
                <a:latin typeface="Calibri"/>
                <a:cs typeface="Calibri"/>
              </a:rPr>
              <a:t>CSE</a:t>
            </a:r>
            <a:endParaRPr sz="215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7575" y="6434454"/>
            <a:ext cx="744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06-03-</a:t>
            </a:r>
            <a:r>
              <a:rPr sz="1200" spc="-20" dirty="0">
                <a:solidFill>
                  <a:srgbClr val="888888"/>
                </a:solidFill>
                <a:latin typeface="Calibri"/>
                <a:cs typeface="Calibri"/>
              </a:rPr>
              <a:t>2026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33962" y="5524756"/>
            <a:ext cx="2124075" cy="114337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179175" y="643445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2859" rIns="0" bIns="0" rtlCol="0">
            <a:spAutoFit/>
          </a:bodyPr>
          <a:lstStyle/>
          <a:p>
            <a:pPr marL="2741295">
              <a:lnSpc>
                <a:spcPct val="100000"/>
              </a:lnSpc>
              <a:spcBef>
                <a:spcPts val="130"/>
              </a:spcBef>
            </a:pPr>
            <a:r>
              <a:rPr spc="-50" dirty="0"/>
              <a:t>Abstract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06-03-</a:t>
            </a:r>
            <a:r>
              <a:rPr spc="-20" dirty="0"/>
              <a:t>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173030211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042075" y="6441747"/>
            <a:ext cx="119380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Department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of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CSE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7620" algn="just">
              <a:lnSpc>
                <a:spcPct val="80400"/>
              </a:lnSpc>
              <a:spcBef>
                <a:spcPts val="740"/>
              </a:spcBef>
            </a:pPr>
            <a:r>
              <a:rPr sz="2600" dirty="0"/>
              <a:t>NearStitch</a:t>
            </a:r>
            <a:r>
              <a:rPr sz="2600" spc="295" dirty="0"/>
              <a:t> </a:t>
            </a:r>
            <a:r>
              <a:rPr sz="2600" dirty="0"/>
              <a:t>is</a:t>
            </a:r>
            <a:r>
              <a:rPr sz="2600" spc="275" dirty="0"/>
              <a:t> </a:t>
            </a:r>
            <a:r>
              <a:rPr sz="2600" dirty="0"/>
              <a:t>a</a:t>
            </a:r>
            <a:r>
              <a:rPr sz="2600" spc="290" dirty="0"/>
              <a:t> </a:t>
            </a:r>
            <a:r>
              <a:rPr sz="2600" spc="-10" dirty="0"/>
              <a:t>web-</a:t>
            </a:r>
            <a:r>
              <a:rPr sz="2600" dirty="0"/>
              <a:t>based</a:t>
            </a:r>
            <a:r>
              <a:rPr sz="2600" spc="270" dirty="0"/>
              <a:t> </a:t>
            </a:r>
            <a:r>
              <a:rPr sz="2600" dirty="0"/>
              <a:t>tailoring</a:t>
            </a:r>
            <a:r>
              <a:rPr sz="2600" spc="300" dirty="0"/>
              <a:t> </a:t>
            </a:r>
            <a:r>
              <a:rPr sz="2600" dirty="0"/>
              <a:t>service</a:t>
            </a:r>
            <a:r>
              <a:rPr sz="2600" spc="280" dirty="0"/>
              <a:t> </a:t>
            </a:r>
            <a:r>
              <a:rPr sz="2600" dirty="0"/>
              <a:t>platform</a:t>
            </a:r>
            <a:r>
              <a:rPr sz="2600" spc="325" dirty="0"/>
              <a:t> </a:t>
            </a:r>
            <a:r>
              <a:rPr sz="2600" dirty="0"/>
              <a:t>developed</a:t>
            </a:r>
            <a:r>
              <a:rPr sz="2600" spc="295" dirty="0"/>
              <a:t> </a:t>
            </a:r>
            <a:r>
              <a:rPr sz="2600" dirty="0"/>
              <a:t>using</a:t>
            </a:r>
            <a:r>
              <a:rPr sz="2600" spc="280" dirty="0"/>
              <a:t> </a:t>
            </a:r>
            <a:r>
              <a:rPr sz="2600" spc="-10" dirty="0"/>
              <a:t>HTML, </a:t>
            </a:r>
            <a:r>
              <a:rPr sz="2600" dirty="0"/>
              <a:t>CSS,</a:t>
            </a:r>
            <a:r>
              <a:rPr sz="2600" spc="80" dirty="0"/>
              <a:t> </a:t>
            </a:r>
            <a:r>
              <a:rPr sz="2600" dirty="0"/>
              <a:t>and</a:t>
            </a:r>
            <a:r>
              <a:rPr sz="2600" spc="60" dirty="0"/>
              <a:t> </a:t>
            </a:r>
            <a:r>
              <a:rPr sz="2600" dirty="0"/>
              <a:t>JavaScript.</a:t>
            </a:r>
            <a:r>
              <a:rPr sz="2600" spc="90" dirty="0"/>
              <a:t> </a:t>
            </a:r>
            <a:r>
              <a:rPr sz="2600" dirty="0"/>
              <a:t>The</a:t>
            </a:r>
            <a:r>
              <a:rPr sz="2600" spc="40" dirty="0"/>
              <a:t> </a:t>
            </a:r>
            <a:r>
              <a:rPr sz="2600" dirty="0"/>
              <a:t>main</a:t>
            </a:r>
            <a:r>
              <a:rPr sz="2600" spc="85" dirty="0"/>
              <a:t> </a:t>
            </a:r>
            <a:r>
              <a:rPr sz="2600" dirty="0"/>
              <a:t>objective</a:t>
            </a:r>
            <a:r>
              <a:rPr sz="2600" spc="60" dirty="0"/>
              <a:t> </a:t>
            </a:r>
            <a:r>
              <a:rPr sz="2600" dirty="0"/>
              <a:t>of</a:t>
            </a:r>
            <a:r>
              <a:rPr sz="2600" spc="100" dirty="0"/>
              <a:t> </a:t>
            </a:r>
            <a:r>
              <a:rPr sz="2600" dirty="0"/>
              <a:t>the</a:t>
            </a:r>
            <a:r>
              <a:rPr sz="2600" spc="80" dirty="0"/>
              <a:t> </a:t>
            </a:r>
            <a:r>
              <a:rPr sz="2600" dirty="0"/>
              <a:t>system</a:t>
            </a:r>
            <a:r>
              <a:rPr sz="2600" spc="100" dirty="0"/>
              <a:t> </a:t>
            </a:r>
            <a:r>
              <a:rPr sz="2600" dirty="0"/>
              <a:t>is</a:t>
            </a:r>
            <a:r>
              <a:rPr sz="2600" spc="65" dirty="0"/>
              <a:t> </a:t>
            </a:r>
            <a:r>
              <a:rPr sz="2600" dirty="0"/>
              <a:t>to</a:t>
            </a:r>
            <a:r>
              <a:rPr sz="2600" spc="55" dirty="0"/>
              <a:t> </a:t>
            </a:r>
            <a:r>
              <a:rPr sz="2600" dirty="0"/>
              <a:t>connect</a:t>
            </a:r>
            <a:r>
              <a:rPr sz="2600" spc="100" dirty="0"/>
              <a:t> </a:t>
            </a:r>
            <a:r>
              <a:rPr sz="2600" spc="-10" dirty="0"/>
              <a:t>customers </a:t>
            </a:r>
            <a:r>
              <a:rPr sz="2600" dirty="0"/>
              <a:t>with  nearby</a:t>
            </a:r>
            <a:r>
              <a:rPr sz="2600" spc="625" dirty="0"/>
              <a:t> </a:t>
            </a:r>
            <a:r>
              <a:rPr sz="2600" dirty="0"/>
              <a:t>tailoring  shops</a:t>
            </a:r>
            <a:r>
              <a:rPr sz="2600" spc="605" dirty="0"/>
              <a:t> </a:t>
            </a:r>
            <a:r>
              <a:rPr sz="2600" dirty="0"/>
              <a:t>and</a:t>
            </a:r>
            <a:r>
              <a:rPr sz="2600" spc="605" dirty="0"/>
              <a:t> </a:t>
            </a:r>
            <a:r>
              <a:rPr sz="2600" dirty="0"/>
              <a:t>provide</a:t>
            </a:r>
            <a:r>
              <a:rPr sz="2600" spc="595" dirty="0"/>
              <a:t> </a:t>
            </a:r>
            <a:r>
              <a:rPr sz="2600" dirty="0"/>
              <a:t>convenient</a:t>
            </a:r>
            <a:r>
              <a:rPr sz="2600" spc="10" dirty="0"/>
              <a:t>  </a:t>
            </a:r>
            <a:r>
              <a:rPr sz="2600" dirty="0"/>
              <a:t>stitching  services  </a:t>
            </a:r>
            <a:r>
              <a:rPr sz="2600" spc="-20" dirty="0"/>
              <a:t>with </a:t>
            </a:r>
            <a:r>
              <a:rPr sz="2600" dirty="0"/>
              <a:t>pickup</a:t>
            </a:r>
            <a:r>
              <a:rPr sz="2600" spc="480" dirty="0"/>
              <a:t> </a:t>
            </a:r>
            <a:r>
              <a:rPr sz="2600" dirty="0"/>
              <a:t>and</a:t>
            </a:r>
            <a:r>
              <a:rPr sz="2600" spc="450" dirty="0"/>
              <a:t> </a:t>
            </a:r>
            <a:r>
              <a:rPr sz="2600" dirty="0"/>
              <a:t>delivery</a:t>
            </a:r>
            <a:r>
              <a:rPr sz="2600" spc="495" dirty="0"/>
              <a:t> </a:t>
            </a:r>
            <a:r>
              <a:rPr sz="2600" dirty="0"/>
              <a:t>options.</a:t>
            </a:r>
            <a:r>
              <a:rPr sz="2600" spc="475" dirty="0"/>
              <a:t> </a:t>
            </a:r>
            <a:r>
              <a:rPr sz="2600" dirty="0"/>
              <a:t>In</a:t>
            </a:r>
            <a:r>
              <a:rPr sz="2600" spc="434" dirty="0"/>
              <a:t> </a:t>
            </a:r>
            <a:r>
              <a:rPr sz="2600" dirty="0"/>
              <a:t>the</a:t>
            </a:r>
            <a:r>
              <a:rPr sz="2600" spc="475" dirty="0"/>
              <a:t> </a:t>
            </a:r>
            <a:r>
              <a:rPr sz="2600" dirty="0"/>
              <a:t>traditional</a:t>
            </a:r>
            <a:r>
              <a:rPr sz="2600" spc="490" dirty="0"/>
              <a:t> </a:t>
            </a:r>
            <a:r>
              <a:rPr sz="2600" dirty="0"/>
              <a:t>system,</a:t>
            </a:r>
            <a:r>
              <a:rPr sz="2600" spc="505" dirty="0"/>
              <a:t> </a:t>
            </a:r>
            <a:r>
              <a:rPr sz="2600" dirty="0"/>
              <a:t>customers</a:t>
            </a:r>
            <a:r>
              <a:rPr sz="2600" spc="470" dirty="0"/>
              <a:t> </a:t>
            </a:r>
            <a:r>
              <a:rPr sz="2600" dirty="0"/>
              <a:t>often</a:t>
            </a:r>
            <a:r>
              <a:rPr sz="2600" spc="470" dirty="0"/>
              <a:t> </a:t>
            </a:r>
            <a:r>
              <a:rPr sz="2600" spc="-20" dirty="0"/>
              <a:t>face </a:t>
            </a:r>
            <a:r>
              <a:rPr sz="2600" dirty="0"/>
              <a:t>difficulty</a:t>
            </a:r>
            <a:r>
              <a:rPr sz="2600" spc="290" dirty="0"/>
              <a:t> </a:t>
            </a:r>
            <a:r>
              <a:rPr sz="2600" dirty="0"/>
              <a:t>in</a:t>
            </a:r>
            <a:r>
              <a:rPr sz="2600" spc="250" dirty="0"/>
              <a:t> </a:t>
            </a:r>
            <a:r>
              <a:rPr sz="2600" dirty="0"/>
              <a:t>finding</a:t>
            </a:r>
            <a:r>
              <a:rPr sz="2600" spc="270" dirty="0"/>
              <a:t> </a:t>
            </a:r>
            <a:r>
              <a:rPr sz="2600" dirty="0"/>
              <a:t>reliable</a:t>
            </a:r>
            <a:r>
              <a:rPr sz="2600" spc="245" dirty="0"/>
              <a:t> </a:t>
            </a:r>
            <a:r>
              <a:rPr sz="2600" dirty="0"/>
              <a:t>tailors,</a:t>
            </a:r>
            <a:r>
              <a:rPr sz="2600" spc="250" dirty="0"/>
              <a:t> </a:t>
            </a:r>
            <a:r>
              <a:rPr sz="2600" dirty="0"/>
              <a:t>comparing</a:t>
            </a:r>
            <a:r>
              <a:rPr sz="2600" spc="254" dirty="0"/>
              <a:t> </a:t>
            </a:r>
            <a:r>
              <a:rPr sz="2600" dirty="0"/>
              <a:t>services,</a:t>
            </a:r>
            <a:r>
              <a:rPr sz="2600" spc="250" dirty="0"/>
              <a:t> </a:t>
            </a:r>
            <a:r>
              <a:rPr sz="2600" dirty="0"/>
              <a:t>and</a:t>
            </a:r>
            <a:r>
              <a:rPr sz="2600" spc="245" dirty="0"/>
              <a:t> </a:t>
            </a:r>
            <a:r>
              <a:rPr sz="2600" dirty="0"/>
              <a:t>managing</a:t>
            </a:r>
            <a:r>
              <a:rPr sz="2600" spc="295" dirty="0"/>
              <a:t> </a:t>
            </a:r>
            <a:r>
              <a:rPr sz="2600" spc="-10" dirty="0"/>
              <a:t>orders efficiently.</a:t>
            </a:r>
            <a:endParaRPr sz="2600" dirty="0"/>
          </a:p>
          <a:p>
            <a:pPr marL="12700" marR="5080" indent="1315720" algn="just">
              <a:lnSpc>
                <a:spcPct val="80400"/>
              </a:lnSpc>
              <a:spcBef>
                <a:spcPts val="944"/>
              </a:spcBef>
            </a:pPr>
            <a:r>
              <a:rPr sz="2600" dirty="0"/>
              <a:t>The</a:t>
            </a:r>
            <a:r>
              <a:rPr sz="2600" spc="595" dirty="0"/>
              <a:t> </a:t>
            </a:r>
            <a:r>
              <a:rPr sz="2600" dirty="0"/>
              <a:t>proposed</a:t>
            </a:r>
            <a:r>
              <a:rPr sz="2600" spc="620" dirty="0"/>
              <a:t> </a:t>
            </a:r>
            <a:r>
              <a:rPr sz="2600" dirty="0"/>
              <a:t>system</a:t>
            </a:r>
            <a:r>
              <a:rPr sz="2600" spc="5" dirty="0"/>
              <a:t>  </a:t>
            </a:r>
            <a:r>
              <a:rPr sz="2600" dirty="0"/>
              <a:t>provides</a:t>
            </a:r>
            <a:r>
              <a:rPr sz="2600" spc="620" dirty="0"/>
              <a:t> </a:t>
            </a:r>
            <a:r>
              <a:rPr sz="2600" dirty="0"/>
              <a:t>a</a:t>
            </a:r>
            <a:r>
              <a:rPr sz="2600" spc="635" dirty="0"/>
              <a:t> </a:t>
            </a:r>
            <a:r>
              <a:rPr sz="2600" dirty="0"/>
              <a:t>digital  solution</a:t>
            </a:r>
            <a:r>
              <a:rPr sz="2600" spc="620" dirty="0"/>
              <a:t> </a:t>
            </a:r>
            <a:r>
              <a:rPr sz="2600" dirty="0"/>
              <a:t>where  users</a:t>
            </a:r>
            <a:r>
              <a:rPr sz="2600" spc="610" dirty="0"/>
              <a:t> </a:t>
            </a:r>
            <a:r>
              <a:rPr sz="2600" spc="-25" dirty="0"/>
              <a:t>can </a:t>
            </a:r>
            <a:r>
              <a:rPr sz="2600" dirty="0"/>
              <a:t>search</a:t>
            </a:r>
            <a:r>
              <a:rPr sz="2600" spc="70" dirty="0"/>
              <a:t> </a:t>
            </a:r>
            <a:r>
              <a:rPr sz="2600" dirty="0"/>
              <a:t>for</a:t>
            </a:r>
            <a:r>
              <a:rPr sz="2600" spc="55" dirty="0"/>
              <a:t> </a:t>
            </a:r>
            <a:r>
              <a:rPr sz="2600" dirty="0"/>
              <a:t>tailors,</a:t>
            </a:r>
            <a:r>
              <a:rPr sz="2600" spc="60" dirty="0"/>
              <a:t> </a:t>
            </a:r>
            <a:r>
              <a:rPr sz="2600" dirty="0"/>
              <a:t>view</a:t>
            </a:r>
            <a:r>
              <a:rPr sz="2600" spc="85" dirty="0"/>
              <a:t> </a:t>
            </a:r>
            <a:r>
              <a:rPr sz="2600" dirty="0"/>
              <a:t>service</a:t>
            </a:r>
            <a:r>
              <a:rPr sz="2600" spc="45" dirty="0"/>
              <a:t> </a:t>
            </a:r>
            <a:r>
              <a:rPr sz="2600" dirty="0"/>
              <a:t>details,</a:t>
            </a:r>
            <a:r>
              <a:rPr sz="2600" spc="45" dirty="0"/>
              <a:t> </a:t>
            </a:r>
            <a:r>
              <a:rPr sz="2600" dirty="0"/>
              <a:t>check</a:t>
            </a:r>
            <a:r>
              <a:rPr sz="2600" spc="85" dirty="0"/>
              <a:t> </a:t>
            </a:r>
            <a:r>
              <a:rPr sz="2600" dirty="0"/>
              <a:t>ratings,</a:t>
            </a:r>
            <a:r>
              <a:rPr sz="2600" spc="105" dirty="0"/>
              <a:t> </a:t>
            </a:r>
            <a:r>
              <a:rPr sz="2600" dirty="0"/>
              <a:t>and</a:t>
            </a:r>
            <a:r>
              <a:rPr sz="2600" spc="40" dirty="0"/>
              <a:t> </a:t>
            </a:r>
            <a:r>
              <a:rPr sz="2600" dirty="0"/>
              <a:t>place</a:t>
            </a:r>
            <a:r>
              <a:rPr sz="2600" spc="45" dirty="0"/>
              <a:t> </a:t>
            </a:r>
            <a:r>
              <a:rPr sz="2600" dirty="0"/>
              <a:t>stitching</a:t>
            </a:r>
            <a:r>
              <a:rPr sz="2600" spc="95" dirty="0"/>
              <a:t> </a:t>
            </a:r>
            <a:r>
              <a:rPr sz="2600" spc="-10" dirty="0"/>
              <a:t>orders </a:t>
            </a:r>
            <a:r>
              <a:rPr sz="2600" dirty="0"/>
              <a:t>online.</a:t>
            </a:r>
            <a:r>
              <a:rPr sz="2600" spc="170" dirty="0"/>
              <a:t>  </a:t>
            </a:r>
            <a:r>
              <a:rPr sz="2600" dirty="0"/>
              <a:t>The</a:t>
            </a:r>
            <a:r>
              <a:rPr sz="2600" spc="150" dirty="0"/>
              <a:t>  </a:t>
            </a:r>
            <a:r>
              <a:rPr sz="2600" dirty="0"/>
              <a:t>system</a:t>
            </a:r>
            <a:r>
              <a:rPr sz="2600" spc="185" dirty="0"/>
              <a:t>  </a:t>
            </a:r>
            <a:r>
              <a:rPr sz="2600" dirty="0"/>
              <a:t>also</a:t>
            </a:r>
            <a:r>
              <a:rPr sz="2600" spc="150" dirty="0"/>
              <a:t>  </a:t>
            </a:r>
            <a:r>
              <a:rPr sz="2600" dirty="0"/>
              <a:t>provides</a:t>
            </a:r>
            <a:r>
              <a:rPr sz="2600" spc="175" dirty="0"/>
              <a:t>  </a:t>
            </a:r>
            <a:r>
              <a:rPr sz="2600" dirty="0"/>
              <a:t>dashboards</a:t>
            </a:r>
            <a:r>
              <a:rPr sz="2600" spc="190" dirty="0"/>
              <a:t>  </a:t>
            </a:r>
            <a:r>
              <a:rPr sz="2600" dirty="0"/>
              <a:t>for</a:t>
            </a:r>
            <a:r>
              <a:rPr sz="2600" spc="165" dirty="0"/>
              <a:t>  </a:t>
            </a:r>
            <a:r>
              <a:rPr sz="2600" dirty="0"/>
              <a:t>customers,</a:t>
            </a:r>
            <a:r>
              <a:rPr sz="2600" spc="160" dirty="0"/>
              <a:t>  </a:t>
            </a:r>
            <a:r>
              <a:rPr sz="2600" dirty="0"/>
              <a:t>tailors,</a:t>
            </a:r>
            <a:r>
              <a:rPr sz="2600" spc="165" dirty="0"/>
              <a:t>  </a:t>
            </a:r>
            <a:r>
              <a:rPr sz="2600" spc="-25" dirty="0"/>
              <a:t>and </a:t>
            </a:r>
            <a:r>
              <a:rPr sz="2600" dirty="0"/>
              <a:t>administrators</a:t>
            </a:r>
            <a:r>
              <a:rPr sz="2600" spc="275" dirty="0"/>
              <a:t>  </a:t>
            </a:r>
            <a:r>
              <a:rPr sz="2600" dirty="0"/>
              <a:t>to</a:t>
            </a:r>
            <a:r>
              <a:rPr sz="2600" spc="260" dirty="0"/>
              <a:t>  </a:t>
            </a:r>
            <a:r>
              <a:rPr sz="2600" dirty="0"/>
              <a:t>manage</a:t>
            </a:r>
            <a:r>
              <a:rPr sz="2600" spc="285" dirty="0"/>
              <a:t>  </a:t>
            </a:r>
            <a:r>
              <a:rPr sz="2600" dirty="0"/>
              <a:t>services,</a:t>
            </a:r>
            <a:r>
              <a:rPr sz="2600" spc="265" dirty="0"/>
              <a:t>  </a:t>
            </a:r>
            <a:r>
              <a:rPr sz="2600" dirty="0"/>
              <a:t>orders,</a:t>
            </a:r>
            <a:r>
              <a:rPr sz="2600" spc="254" dirty="0"/>
              <a:t>  </a:t>
            </a:r>
            <a:r>
              <a:rPr sz="2600" dirty="0"/>
              <a:t>and</a:t>
            </a:r>
            <a:r>
              <a:rPr sz="2600" spc="260" dirty="0"/>
              <a:t>  </a:t>
            </a:r>
            <a:r>
              <a:rPr sz="2600" dirty="0"/>
              <a:t>analytics.</a:t>
            </a:r>
            <a:r>
              <a:rPr sz="2600" spc="270" dirty="0"/>
              <a:t>  </a:t>
            </a:r>
            <a:r>
              <a:rPr sz="2600" dirty="0"/>
              <a:t>This</a:t>
            </a:r>
            <a:r>
              <a:rPr sz="2600" spc="280" dirty="0"/>
              <a:t>  </a:t>
            </a:r>
            <a:r>
              <a:rPr sz="2600" spc="-10" dirty="0"/>
              <a:t>platform </a:t>
            </a:r>
            <a:r>
              <a:rPr sz="2600" dirty="0"/>
              <a:t>improves</a:t>
            </a:r>
            <a:r>
              <a:rPr sz="2600" spc="80" dirty="0"/>
              <a:t>  </a:t>
            </a:r>
            <a:r>
              <a:rPr sz="2600" dirty="0"/>
              <a:t>convenience,</a:t>
            </a:r>
            <a:r>
              <a:rPr sz="2600" spc="105" dirty="0"/>
              <a:t>  </a:t>
            </a:r>
            <a:r>
              <a:rPr sz="2600" dirty="0"/>
              <a:t>saves</a:t>
            </a:r>
            <a:r>
              <a:rPr sz="2600" spc="70" dirty="0"/>
              <a:t>  </a:t>
            </a:r>
            <a:r>
              <a:rPr sz="2600" dirty="0"/>
              <a:t>time,</a:t>
            </a:r>
            <a:r>
              <a:rPr sz="2600" spc="85" dirty="0"/>
              <a:t>  </a:t>
            </a:r>
            <a:r>
              <a:rPr sz="2600" dirty="0"/>
              <a:t>and</a:t>
            </a:r>
            <a:r>
              <a:rPr sz="2600" spc="80" dirty="0"/>
              <a:t>  </a:t>
            </a:r>
            <a:r>
              <a:rPr sz="2600" dirty="0"/>
              <a:t>enhances</a:t>
            </a:r>
            <a:r>
              <a:rPr sz="2600" spc="110" dirty="0"/>
              <a:t>  </a:t>
            </a:r>
            <a:r>
              <a:rPr sz="2600" dirty="0"/>
              <a:t>accessibility</a:t>
            </a:r>
            <a:r>
              <a:rPr sz="2600" spc="90" dirty="0"/>
              <a:t>  </a:t>
            </a:r>
            <a:r>
              <a:rPr sz="2600" dirty="0"/>
              <a:t>to</a:t>
            </a:r>
            <a:r>
              <a:rPr sz="2600" spc="80" dirty="0"/>
              <a:t>  </a:t>
            </a:r>
            <a:r>
              <a:rPr sz="2600" spc="-10" dirty="0"/>
              <a:t>tailoring </a:t>
            </a:r>
            <a:r>
              <a:rPr sz="2600" dirty="0"/>
              <a:t>services</a:t>
            </a:r>
            <a:r>
              <a:rPr sz="2600" spc="-10" dirty="0"/>
              <a:t> </a:t>
            </a:r>
            <a:r>
              <a:rPr sz="2600" dirty="0"/>
              <a:t>through</a:t>
            </a:r>
            <a:r>
              <a:rPr sz="2600" spc="-50" dirty="0"/>
              <a:t> </a:t>
            </a:r>
            <a:r>
              <a:rPr sz="2600" dirty="0"/>
              <a:t>a</a:t>
            </a:r>
            <a:r>
              <a:rPr sz="2600" spc="-30" dirty="0"/>
              <a:t> </a:t>
            </a:r>
            <a:r>
              <a:rPr sz="2600" spc="-25" dirty="0"/>
              <a:t>user-</a:t>
            </a:r>
            <a:r>
              <a:rPr sz="2600" dirty="0"/>
              <a:t>friendly</a:t>
            </a:r>
            <a:r>
              <a:rPr sz="2600" spc="10" dirty="0"/>
              <a:t> </a:t>
            </a:r>
            <a:r>
              <a:rPr sz="2600" dirty="0"/>
              <a:t>web</a:t>
            </a:r>
            <a:r>
              <a:rPr sz="2600" spc="-5" dirty="0"/>
              <a:t> </a:t>
            </a:r>
            <a:r>
              <a:rPr sz="2600" spc="-10" dirty="0"/>
              <a:t>interface.</a:t>
            </a:r>
            <a:endParaRPr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28771" y="512063"/>
            <a:ext cx="340169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0" dirty="0"/>
              <a:t>Existing</a:t>
            </a:r>
            <a:r>
              <a:rPr spc="-170" dirty="0"/>
              <a:t> </a:t>
            </a:r>
            <a:r>
              <a:rPr spc="-25" dirty="0"/>
              <a:t>System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06-03-</a:t>
            </a:r>
            <a:r>
              <a:rPr spc="-20" dirty="0"/>
              <a:t>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173030211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042075" y="6441747"/>
            <a:ext cx="119380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Department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of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CSE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411729" y="1798256"/>
            <a:ext cx="9313545" cy="346312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Traditional tailoring services are mostly offline.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Customers must visit tailoring shops physically.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Finding skilled tailors nearby can be difficult.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centralized platform for tailoring service discovery.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Customers cannot compare prices easily.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Booking process is manual and time-consuming.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Communication between customer and tailor is limited.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Lack of online service management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593" rIns="0" bIns="0" rtlCol="0">
            <a:spAutoFit/>
          </a:bodyPr>
          <a:lstStyle/>
          <a:p>
            <a:pPr marL="1382395">
              <a:lnSpc>
                <a:spcPct val="100000"/>
              </a:lnSpc>
              <a:spcBef>
                <a:spcPts val="130"/>
              </a:spcBef>
            </a:pPr>
            <a:r>
              <a:rPr spc="-50" dirty="0"/>
              <a:t>Proposed</a:t>
            </a:r>
            <a:r>
              <a:rPr spc="-180" dirty="0"/>
              <a:t> </a:t>
            </a:r>
            <a:r>
              <a:rPr spc="-40" dirty="0"/>
              <a:t>System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06-03-</a:t>
            </a:r>
            <a:r>
              <a:rPr spc="-20" dirty="0"/>
              <a:t>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173030211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042075" y="6441747"/>
            <a:ext cx="119380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Department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of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CSE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756410" y="1654936"/>
            <a:ext cx="9757410" cy="3546484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lang="en-US" sz="2800" dirty="0"/>
              <a:t>•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NearStitch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an online platform for tailoring services.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Users can search for nearby tailors quickly.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Tailor profiles display specialization and ratings.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Pricing details help customers understand service cost.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Online booking form allows service requests easily.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Pickup and delivery options simplify the tailoring process.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Dynamic web interface improves user interaction.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quick confirmation after booking submission.</a:t>
            </a:r>
            <a:endParaRPr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508842" y="2478922"/>
            <a:ext cx="7687945" cy="128809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876425">
              <a:lnSpc>
                <a:spcPct val="100000"/>
              </a:lnSpc>
              <a:spcBef>
                <a:spcPts val="130"/>
              </a:spcBef>
            </a:pPr>
            <a:r>
              <a:rPr spc="-70" dirty="0"/>
              <a:t>System</a:t>
            </a:r>
            <a:r>
              <a:rPr spc="-145" dirty="0"/>
              <a:t> </a:t>
            </a:r>
            <a:r>
              <a:rPr spc="-35" dirty="0"/>
              <a:t>Architecture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06-03-</a:t>
            </a:r>
            <a:r>
              <a:rPr spc="-20" dirty="0"/>
              <a:t>2026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173030211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042075" y="6441747"/>
            <a:ext cx="119380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Department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of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CSE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F9BEC64-D6BC-353E-32EE-23E98614F1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9965" y="381000"/>
            <a:ext cx="45720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89171" y="167068"/>
            <a:ext cx="362648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35" dirty="0"/>
              <a:t>Project</a:t>
            </a:r>
            <a:r>
              <a:rPr spc="-180" dirty="0"/>
              <a:t> </a:t>
            </a:r>
            <a:r>
              <a:rPr spc="-30" dirty="0"/>
              <a:t>Modules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06-03-</a:t>
            </a:r>
            <a:r>
              <a:rPr spc="-20" dirty="0"/>
              <a:t>2026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173030211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042075" y="6441747"/>
            <a:ext cx="119380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Department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of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CSE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826462" y="984597"/>
            <a:ext cx="4591050" cy="58734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Module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Displays project introduction and services offered.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navigation to other sections of the website.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Tailor Listing Module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Displays available tailors and their specialization.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Shows ratings, price information, and location.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Module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Allows users to filter tailors based on specialization.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Improves user experience and quick search.</a:t>
            </a:r>
          </a:p>
          <a:p>
            <a:pPr marL="193040" indent="-180340">
              <a:lnSpc>
                <a:spcPts val="2455"/>
              </a:lnSpc>
              <a:buChar char="•"/>
              <a:tabLst>
                <a:tab pos="193040" algn="l"/>
              </a:tabLst>
            </a:pP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10400" y="1195814"/>
            <a:ext cx="4591050" cy="37061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Pricing Module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Displays estimated stitching price list.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Helps users understand service costs.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Module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Allows customers to enter personal details.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Collects pickup address and preferred date</a:t>
            </a:r>
            <a:r>
              <a:rPr lang="en-US" sz="2400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4009" rIns="0" bIns="0" rtlCol="0">
            <a:spAutoFit/>
          </a:bodyPr>
          <a:lstStyle/>
          <a:p>
            <a:pPr marL="2190115">
              <a:lnSpc>
                <a:spcPct val="100000"/>
              </a:lnSpc>
              <a:spcBef>
                <a:spcPts val="130"/>
              </a:spcBef>
            </a:pPr>
            <a:r>
              <a:rPr spc="-35" dirty="0"/>
              <a:t>Objectives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06-03-</a:t>
            </a:r>
            <a:r>
              <a:rPr spc="-20" dirty="0"/>
              <a:t>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173030211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042075" y="6441747"/>
            <a:ext cx="119380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Department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of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CSE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812165" y="1298193"/>
            <a:ext cx="10263886" cy="3441390"/>
          </a:xfrm>
          <a:prstGeom prst="rect">
            <a:avLst/>
          </a:prstGeom>
        </p:spPr>
        <p:txBody>
          <a:bodyPr vert="horz" wrap="square" lIns="0" tIns="563308" rIns="0" bIns="0" rtlCol="0">
            <a:spAutoFit/>
          </a:bodyPr>
          <a:lstStyle/>
          <a:p>
            <a:pPr marL="1378586">
              <a:lnSpc>
                <a:spcPts val="3150"/>
              </a:lnSpc>
              <a:spcBef>
                <a:spcPts val="125"/>
              </a:spcBef>
              <a:tabLst>
                <a:tab pos="1587500" algn="l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provide a convenient platform for tailoring services.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connect customers with nearby skilled tailors.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simplify service booking through an online interface.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provide clear pricing information for users.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demonstrate practical frontend web development skills.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improve accessibility of tailoring services.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create an interactive and user-friendly website.</a:t>
            </a:r>
            <a:endParaRPr sz="28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22954" y="82232"/>
            <a:ext cx="521970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70" dirty="0"/>
              <a:t>Co’s</a:t>
            </a:r>
            <a:r>
              <a:rPr spc="-105" dirty="0"/>
              <a:t> </a:t>
            </a:r>
            <a:r>
              <a:rPr spc="-65" dirty="0"/>
              <a:t>Attainments</a:t>
            </a:r>
            <a:r>
              <a:rPr spc="-145" dirty="0"/>
              <a:t> </a:t>
            </a:r>
            <a:r>
              <a:rPr dirty="0"/>
              <a:t>-</a:t>
            </a:r>
            <a:r>
              <a:rPr spc="-135" dirty="0"/>
              <a:t> </a:t>
            </a:r>
            <a:r>
              <a:rPr spc="-25" dirty="0"/>
              <a:t>FWD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06-03-</a:t>
            </a:r>
            <a:r>
              <a:rPr spc="-20" dirty="0"/>
              <a:t>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173030211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042075" y="6441747"/>
            <a:ext cx="119380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Department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of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CSE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27735" y="889586"/>
            <a:ext cx="4417061" cy="5552161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r>
              <a:rPr lang="en-IN" sz="2000" b="1" dirty="0"/>
              <a:t>CO1 - Internet Fundamentals, HTML &amp; Intro CSS</a:t>
            </a:r>
          </a:p>
          <a:p>
            <a:r>
              <a:rPr lang="en-IN" sz="2000" dirty="0"/>
              <a:t>• Developed webpage structure using HTML.</a:t>
            </a:r>
            <a:br>
              <a:rPr lang="en-IN" sz="2000" dirty="0"/>
            </a:br>
            <a:r>
              <a:rPr lang="en-IN" sz="2000" dirty="0"/>
              <a:t>• Used semantic HTML tags for better organization.</a:t>
            </a:r>
            <a:br>
              <a:rPr lang="en-IN" sz="2000" dirty="0"/>
            </a:br>
            <a:r>
              <a:rPr lang="en-IN" sz="2000" dirty="0"/>
              <a:t>• Applied CSS styling for layout and design.</a:t>
            </a:r>
            <a:br>
              <a:rPr lang="en-IN" sz="2000" dirty="0"/>
            </a:br>
            <a:r>
              <a:rPr lang="en-IN" sz="2000" dirty="0"/>
              <a:t>• Implemented responsive design techniques.</a:t>
            </a:r>
          </a:p>
          <a:p>
            <a:r>
              <a:rPr lang="en-IN" sz="2000" b="1" dirty="0"/>
              <a:t>CO2 - HTML Forms &amp; CSS Layout</a:t>
            </a:r>
          </a:p>
          <a:p>
            <a:r>
              <a:rPr lang="en-IN" sz="2000" dirty="0"/>
              <a:t>• Created booking forms using HTML form elements.</a:t>
            </a:r>
            <a:br>
              <a:rPr lang="en-IN" sz="2000" dirty="0"/>
            </a:br>
            <a:r>
              <a:rPr lang="en-IN" sz="2000" dirty="0"/>
              <a:t>• Styled form components using CSS properties.</a:t>
            </a:r>
            <a:br>
              <a:rPr lang="en-IN" sz="2000" dirty="0"/>
            </a:br>
            <a:r>
              <a:rPr lang="en-IN" sz="2000" dirty="0"/>
              <a:t>• Implemented layout using CSS grid and flexbox.</a:t>
            </a:r>
          </a:p>
          <a:p>
            <a:pPr marL="163830" indent="-151130">
              <a:lnSpc>
                <a:spcPts val="2065"/>
              </a:lnSpc>
              <a:buChar char="•"/>
              <a:tabLst>
                <a:tab pos="163830" algn="l"/>
              </a:tabLst>
            </a:pP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7BEB63-1489-2A3F-AF98-E86EF9CD541B}"/>
              </a:ext>
            </a:extLst>
          </p:cNvPr>
          <p:cNvSpPr txBox="1"/>
          <p:nvPr/>
        </p:nvSpPr>
        <p:spPr>
          <a:xfrm>
            <a:off x="5917564" y="783272"/>
            <a:ext cx="557393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CO3 - JavaScript Programming</a:t>
            </a:r>
          </a:p>
          <a:p>
            <a:pPr>
              <a:buNone/>
            </a:pPr>
            <a:r>
              <a:rPr lang="en-IN" sz="2000" dirty="0"/>
              <a:t>• Implemented dynamic tailor data using JavaScript arrays.</a:t>
            </a:r>
            <a:br>
              <a:rPr lang="en-IN" sz="2000" dirty="0"/>
            </a:br>
            <a:r>
              <a:rPr lang="en-IN" sz="2000" dirty="0"/>
              <a:t>• Developed search functionality for filtering tailors.</a:t>
            </a:r>
            <a:br>
              <a:rPr lang="en-IN" sz="2000" dirty="0"/>
            </a:br>
            <a:r>
              <a:rPr lang="en-IN" sz="2000" dirty="0"/>
              <a:t>• Added interactive webpage </a:t>
            </a:r>
            <a:r>
              <a:rPr lang="en-IN" sz="2000" dirty="0" err="1"/>
              <a:t>behavior</a:t>
            </a:r>
            <a:r>
              <a:rPr lang="en-IN" sz="2000" dirty="0"/>
              <a:t>.</a:t>
            </a:r>
          </a:p>
          <a:p>
            <a:pPr>
              <a:buNone/>
            </a:pPr>
            <a:r>
              <a:rPr lang="en-IN" sz="2000" b="1" dirty="0"/>
              <a:t>CO4 - DOM &amp; Events</a:t>
            </a:r>
          </a:p>
          <a:p>
            <a:pPr>
              <a:buNone/>
            </a:pPr>
            <a:r>
              <a:rPr lang="en-IN" sz="2000" dirty="0"/>
              <a:t>• Used DOM manipulation techniques to update webpage content.</a:t>
            </a:r>
            <a:br>
              <a:rPr lang="en-IN" sz="2000" dirty="0"/>
            </a:br>
            <a:r>
              <a:rPr lang="en-IN" sz="2000" dirty="0"/>
              <a:t>• Implemented event listeners for form submission.</a:t>
            </a:r>
            <a:br>
              <a:rPr lang="en-IN" sz="2000" dirty="0"/>
            </a:br>
            <a:r>
              <a:rPr lang="en-IN" sz="2000" dirty="0"/>
              <a:t>• Displayed confirmation popup after booking.</a:t>
            </a:r>
          </a:p>
          <a:p>
            <a:pPr>
              <a:buNone/>
            </a:pPr>
            <a:r>
              <a:rPr lang="en-IN" sz="2000" b="1" dirty="0"/>
              <a:t>CO5 - Frontend Application Development</a:t>
            </a:r>
          </a:p>
          <a:p>
            <a:pPr>
              <a:buNone/>
            </a:pPr>
            <a:r>
              <a:rPr lang="en-IN" sz="2000" dirty="0"/>
              <a:t>• Integrated HTML, CSS, and JavaScript into one project.</a:t>
            </a:r>
            <a:br>
              <a:rPr lang="en-IN" sz="2000" dirty="0"/>
            </a:br>
            <a:r>
              <a:rPr lang="en-IN" sz="2000" dirty="0"/>
              <a:t>• Developed a complete frontend web application.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5059" rIns="0" bIns="0" rtlCol="0">
            <a:spAutoFit/>
          </a:bodyPr>
          <a:lstStyle/>
          <a:p>
            <a:pPr marL="695325">
              <a:lnSpc>
                <a:spcPct val="100000"/>
              </a:lnSpc>
              <a:spcBef>
                <a:spcPts val="130"/>
              </a:spcBef>
            </a:pPr>
            <a:r>
              <a:rPr dirty="0"/>
              <a:t>Screenshots</a:t>
            </a:r>
            <a:r>
              <a:rPr spc="-145" dirty="0"/>
              <a:t> </a:t>
            </a:r>
            <a:r>
              <a:rPr dirty="0"/>
              <a:t>for</a:t>
            </a:r>
            <a:r>
              <a:rPr spc="-130" dirty="0"/>
              <a:t> </a:t>
            </a:r>
            <a:r>
              <a:rPr dirty="0"/>
              <a:t>FWD</a:t>
            </a:r>
            <a:r>
              <a:rPr spc="-160" dirty="0"/>
              <a:t> </a:t>
            </a:r>
            <a:r>
              <a:rPr spc="-50" dirty="0"/>
              <a:t>: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06-03-</a:t>
            </a:r>
            <a:r>
              <a:rPr spc="-20" dirty="0"/>
              <a:t>2026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173030211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042075" y="6441747"/>
            <a:ext cx="119380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Department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of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CSE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C6B3EF8-2D95-22A8-A53C-8DA8901D3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599" y="730645"/>
            <a:ext cx="7848600" cy="53967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14C2D1-A392-CDB1-7B01-1C8741E9A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669255"/>
            <a:ext cx="8449971" cy="551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827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74469" y="2458"/>
            <a:ext cx="7687945" cy="1288097"/>
          </a:xfrm>
          <a:prstGeom prst="rect">
            <a:avLst/>
          </a:prstGeom>
        </p:spPr>
        <p:txBody>
          <a:bodyPr vert="horz" wrap="square" lIns="0" tIns="602297" rIns="0" bIns="0" rtlCol="0">
            <a:spAutoFit/>
          </a:bodyPr>
          <a:lstStyle/>
          <a:p>
            <a:pPr marL="2901315">
              <a:lnSpc>
                <a:spcPct val="100000"/>
              </a:lnSpc>
              <a:spcBef>
                <a:spcPts val="130"/>
              </a:spcBef>
            </a:pPr>
            <a:r>
              <a:rPr spc="-30" dirty="0"/>
              <a:t>Conclusion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06-03-</a:t>
            </a:r>
            <a:r>
              <a:rPr spc="-20" dirty="0"/>
              <a:t>2026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173030211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042075" y="6441747"/>
            <a:ext cx="119380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Department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of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CSE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A0F09E-4352-7A0A-8395-A90FA95E7B7F}"/>
              </a:ext>
            </a:extLst>
          </p:cNvPr>
          <p:cNvSpPr txBox="1"/>
          <p:nvPr/>
        </p:nvSpPr>
        <p:spPr>
          <a:xfrm>
            <a:off x="1504949" y="1981200"/>
            <a:ext cx="1029271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NearStitch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simplifies the process of finding tailoring services.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an easy and convenient online platform.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Customers can search and book services quickly.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Demonstrates effective use of frontend technologies.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Improves accessibility of tailoring services.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Enhances user experience through interactive features.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Shows practical implementation of web development concepts.</a:t>
            </a:r>
          </a:p>
          <a:p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8257" y="648282"/>
            <a:ext cx="368236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Geo-</a:t>
            </a:r>
            <a:r>
              <a:rPr spc="-114" dirty="0"/>
              <a:t> </a:t>
            </a:r>
            <a:r>
              <a:rPr spc="-85" dirty="0"/>
              <a:t>Tag</a:t>
            </a:r>
            <a:r>
              <a:rPr spc="-95" dirty="0"/>
              <a:t> </a:t>
            </a:r>
            <a:r>
              <a:rPr spc="-10" dirty="0"/>
              <a:t>Photos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06-03-</a:t>
            </a:r>
            <a:r>
              <a:rPr spc="-20" dirty="0"/>
              <a:t>2026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173030211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042075" y="6441747"/>
            <a:ext cx="119380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Department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of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CSE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EBD0F627-1A1C-888E-3116-310430A554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57400" y="-609600"/>
            <a:ext cx="4191000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08B264-7948-AAB0-6C8B-7B8D355302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752600"/>
            <a:ext cx="5257800" cy="39433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0C3EAEF-4737-1552-693F-6F424D5E67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2075" y="1752600"/>
            <a:ext cx="6073725" cy="372903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33290" y="2644203"/>
            <a:ext cx="2731770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>
                <a:latin typeface="Calibri"/>
                <a:cs typeface="Calibri"/>
              </a:rPr>
              <a:t>THANK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YOU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06-03-</a:t>
            </a:r>
            <a:r>
              <a:rPr spc="-20" dirty="0"/>
              <a:t>2026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173030211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042075" y="6441747"/>
            <a:ext cx="119380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Department</a:t>
            </a:r>
            <a:r>
              <a:rPr sz="1200" spc="-4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of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CSE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</TotalTime>
  <Words>818</Words>
  <Application>Microsoft Office PowerPoint</Application>
  <PresentationFormat>Widescreen</PresentationFormat>
  <Paragraphs>91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Title: NearStitch- Fashion Designing Pickup Delivery platform</vt:lpstr>
      <vt:lpstr>Abstract</vt:lpstr>
      <vt:lpstr>Existing System</vt:lpstr>
      <vt:lpstr>Proposed System</vt:lpstr>
      <vt:lpstr>System Architecture</vt:lpstr>
      <vt:lpstr>Project Modules</vt:lpstr>
      <vt:lpstr>Objectives</vt:lpstr>
      <vt:lpstr>Co’s Attainments - FWD</vt:lpstr>
      <vt:lpstr>Screenshots for FWD :</vt:lpstr>
      <vt:lpstr>PowerPoint Presentation</vt:lpstr>
      <vt:lpstr>Conclusion</vt:lpstr>
      <vt:lpstr>Geo- Tag Photos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Jhanasri Thota</dc:creator>
  <cp:lastModifiedBy>Jhanasri Thota</cp:lastModifiedBy>
  <cp:revision>3</cp:revision>
  <dcterms:created xsi:type="dcterms:W3CDTF">2026-03-07T03:54:21Z</dcterms:created>
  <dcterms:modified xsi:type="dcterms:W3CDTF">2026-03-08T11:50:57Z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2026-03-06T00:00:00Z</vt:filetime>
  </property>
  <property fmtid="{D5CDD505-2E9C-101B-9397-08002B2CF9AE}" pid="3" name="LastSaved">
    <vt:filetime>2026-03-07T00:00:00Z</vt:filetime>
  </property>
</Properties>
</file>