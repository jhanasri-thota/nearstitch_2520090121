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8" d="100"/>
          <a:sy n="78" d="100"/>
        </p:scale>
        <p:origin x="850" y="77"/>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8" Type="http://schemas.openxmlformats.org/officeDocument/2006/relationships/image" Target="../media/image7.jpg"/><Relationship Id="rId3" Type="http://schemas.openxmlformats.org/officeDocument/2006/relationships/image" Target="../media/image2.jpg"/><Relationship Id="rId7" Type="http://schemas.openxmlformats.org/officeDocument/2006/relationships/image" Target="../media/image6.jp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jpg"/><Relationship Id="rId5" Type="http://schemas.openxmlformats.org/officeDocument/2006/relationships/image" Target="../media/image4.jpg"/><Relationship Id="rId4" Type="http://schemas.openxmlformats.org/officeDocument/2006/relationships/image" Target="../media/image3.jp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sz="4400" b="0" i="0">
                <a:solidFill>
                  <a:schemeClr val="tx1"/>
                </a:solidFill>
                <a:latin typeface="Calibri Light"/>
                <a:cs typeface="Calibri Light"/>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sz="275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173030211</a:t>
            </a:r>
          </a:p>
        </p:txBody>
      </p:sp>
      <p:sp>
        <p:nvSpPr>
          <p:cNvPr id="5" name="Holder 5"/>
          <p:cNvSpPr>
            <a:spLocks noGrp="1"/>
          </p:cNvSpPr>
          <p:nvPr>
            <p:ph type="dt" sz="half" idx="6"/>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06-03-</a:t>
            </a:r>
            <a:r>
              <a:rPr spc="-20" dirty="0"/>
              <a:t>2026</a:t>
            </a:r>
          </a:p>
        </p:txBody>
      </p:sp>
      <p:sp>
        <p:nvSpPr>
          <p:cNvPr id="6" name="Holder 6"/>
          <p:cNvSpPr>
            <a:spLocks noGrp="1"/>
          </p:cNvSpPr>
          <p:nvPr>
            <p:ph type="sldNum" sz="quarter" idx="7"/>
          </p:nvPr>
        </p:nvSpPr>
        <p:spPr/>
        <p:txBody>
          <a:bodyPr lIns="0" tIns="0" rIns="0" bIns="0"/>
          <a:lstStyle>
            <a:lvl1pPr>
              <a:defRPr sz="1200" b="0" i="0">
                <a:solidFill>
                  <a:srgbClr val="888888"/>
                </a:solidFill>
                <a:latin typeface="Calibri"/>
                <a:cs typeface="Calibri"/>
              </a:defRPr>
            </a:lvl1pPr>
          </a:lstStyle>
          <a:p>
            <a:pPr marL="38100">
              <a:lnSpc>
                <a:spcPct val="100000"/>
              </a:lnSpc>
              <a:spcBef>
                <a:spcPts val="40"/>
              </a:spcBef>
            </a:pPr>
            <a:fld id="{81D60167-4931-47E6-BA6A-407CBD079E47}" type="slidenum">
              <a:rPr spc="-25" dirty="0"/>
              <a:t>‹#›</a:t>
            </a:fld>
            <a:endParaRPr spc="-25"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tx1"/>
                </a:solidFill>
                <a:latin typeface="Calibri Light"/>
                <a:cs typeface="Calibri Light"/>
              </a:defRPr>
            </a:lvl1pPr>
          </a:lstStyle>
          <a:p>
            <a:endParaRPr/>
          </a:p>
        </p:txBody>
      </p:sp>
      <p:sp>
        <p:nvSpPr>
          <p:cNvPr id="3" name="Holder 3"/>
          <p:cNvSpPr>
            <a:spLocks noGrp="1"/>
          </p:cNvSpPr>
          <p:nvPr>
            <p:ph type="body" idx="1"/>
          </p:nvPr>
        </p:nvSpPr>
        <p:spPr/>
        <p:txBody>
          <a:bodyPr lIns="0" tIns="0" rIns="0" bIns="0"/>
          <a:lstStyle>
            <a:lvl1pPr>
              <a:defRPr sz="275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173030211</a:t>
            </a:r>
          </a:p>
        </p:txBody>
      </p:sp>
      <p:sp>
        <p:nvSpPr>
          <p:cNvPr id="5" name="Holder 5"/>
          <p:cNvSpPr>
            <a:spLocks noGrp="1"/>
          </p:cNvSpPr>
          <p:nvPr>
            <p:ph type="dt" sz="half" idx="6"/>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06-03-</a:t>
            </a:r>
            <a:r>
              <a:rPr spc="-20" dirty="0"/>
              <a:t>2026</a:t>
            </a:r>
          </a:p>
        </p:txBody>
      </p:sp>
      <p:sp>
        <p:nvSpPr>
          <p:cNvPr id="6" name="Holder 6"/>
          <p:cNvSpPr>
            <a:spLocks noGrp="1"/>
          </p:cNvSpPr>
          <p:nvPr>
            <p:ph type="sldNum" sz="quarter" idx="7"/>
          </p:nvPr>
        </p:nvSpPr>
        <p:spPr/>
        <p:txBody>
          <a:bodyPr lIns="0" tIns="0" rIns="0" bIns="0"/>
          <a:lstStyle>
            <a:lvl1pPr>
              <a:defRPr sz="1200" b="0" i="0">
                <a:solidFill>
                  <a:srgbClr val="888888"/>
                </a:solidFill>
                <a:latin typeface="Calibri"/>
                <a:cs typeface="Calibri"/>
              </a:defRPr>
            </a:lvl1pPr>
          </a:lstStyle>
          <a:p>
            <a:pPr marL="38100">
              <a:lnSpc>
                <a:spcPct val="100000"/>
              </a:lnSpc>
              <a:spcBef>
                <a:spcPts val="40"/>
              </a:spcBef>
            </a:pPr>
            <a:fld id="{81D60167-4931-47E6-BA6A-407CBD079E47}" type="slidenum">
              <a:rPr spc="-25" dirty="0"/>
              <a:t>‹#›</a:t>
            </a:fld>
            <a:endParaRPr spc="-25"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tx1"/>
                </a:solidFill>
                <a:latin typeface="Calibri Light"/>
                <a:cs typeface="Calibri Light"/>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173030211</a:t>
            </a:r>
          </a:p>
        </p:txBody>
      </p:sp>
      <p:sp>
        <p:nvSpPr>
          <p:cNvPr id="6" name="Holder 6"/>
          <p:cNvSpPr>
            <a:spLocks noGrp="1"/>
          </p:cNvSpPr>
          <p:nvPr>
            <p:ph type="dt" sz="half" idx="6"/>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06-03-</a:t>
            </a:r>
            <a:r>
              <a:rPr spc="-20" dirty="0"/>
              <a:t>2026</a:t>
            </a:r>
          </a:p>
        </p:txBody>
      </p:sp>
      <p:sp>
        <p:nvSpPr>
          <p:cNvPr id="7" name="Holder 7"/>
          <p:cNvSpPr>
            <a:spLocks noGrp="1"/>
          </p:cNvSpPr>
          <p:nvPr>
            <p:ph type="sldNum" sz="quarter" idx="7"/>
          </p:nvPr>
        </p:nvSpPr>
        <p:spPr/>
        <p:txBody>
          <a:bodyPr lIns="0" tIns="0" rIns="0" bIns="0"/>
          <a:lstStyle>
            <a:lvl1pPr>
              <a:defRPr sz="1200" b="0" i="0">
                <a:solidFill>
                  <a:srgbClr val="888888"/>
                </a:solidFill>
                <a:latin typeface="Calibri"/>
                <a:cs typeface="Calibri"/>
              </a:defRPr>
            </a:lvl1pPr>
          </a:lstStyle>
          <a:p>
            <a:pPr marL="38100">
              <a:lnSpc>
                <a:spcPct val="100000"/>
              </a:lnSpc>
              <a:spcBef>
                <a:spcPts val="40"/>
              </a:spcBef>
            </a:pPr>
            <a:fld id="{81D60167-4931-47E6-BA6A-407CBD079E47}" type="slidenum">
              <a:rPr spc="-25" dirty="0"/>
              <a:t>‹#›</a:t>
            </a:fld>
            <a:endParaRPr spc="-25"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tx1"/>
                </a:solidFill>
                <a:latin typeface="Calibri Light"/>
                <a:cs typeface="Calibri Light"/>
              </a:defRPr>
            </a:lvl1pPr>
          </a:lstStyle>
          <a:p>
            <a:endParaRPr/>
          </a:p>
        </p:txBody>
      </p:sp>
      <p:sp>
        <p:nvSpPr>
          <p:cNvPr id="3" name="Holder 3"/>
          <p:cNvSpPr>
            <a:spLocks noGrp="1"/>
          </p:cNvSpPr>
          <p:nvPr>
            <p:ph type="ftr" sz="quarter" idx="5"/>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173030211</a:t>
            </a:r>
          </a:p>
        </p:txBody>
      </p:sp>
      <p:sp>
        <p:nvSpPr>
          <p:cNvPr id="4" name="Holder 4"/>
          <p:cNvSpPr>
            <a:spLocks noGrp="1"/>
          </p:cNvSpPr>
          <p:nvPr>
            <p:ph type="dt" sz="half" idx="6"/>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06-03-</a:t>
            </a:r>
            <a:r>
              <a:rPr spc="-20" dirty="0"/>
              <a:t>2026</a:t>
            </a:r>
          </a:p>
        </p:txBody>
      </p:sp>
      <p:sp>
        <p:nvSpPr>
          <p:cNvPr id="5" name="Holder 5"/>
          <p:cNvSpPr>
            <a:spLocks noGrp="1"/>
          </p:cNvSpPr>
          <p:nvPr>
            <p:ph type="sldNum" sz="quarter" idx="7"/>
          </p:nvPr>
        </p:nvSpPr>
        <p:spPr/>
        <p:txBody>
          <a:bodyPr lIns="0" tIns="0" rIns="0" bIns="0"/>
          <a:lstStyle>
            <a:lvl1pPr>
              <a:defRPr sz="1200" b="0" i="0">
                <a:solidFill>
                  <a:srgbClr val="888888"/>
                </a:solidFill>
                <a:latin typeface="Calibri"/>
                <a:cs typeface="Calibri"/>
              </a:defRPr>
            </a:lvl1pPr>
          </a:lstStyle>
          <a:p>
            <a:pPr marL="38100">
              <a:lnSpc>
                <a:spcPct val="100000"/>
              </a:lnSpc>
              <a:spcBef>
                <a:spcPts val="40"/>
              </a:spcBef>
            </a:pPr>
            <a:fld id="{81D60167-4931-47E6-BA6A-407CBD079E47}" type="slidenum">
              <a:rPr spc="-25" dirty="0"/>
              <a:t>‹#›</a:t>
            </a:fld>
            <a:endParaRPr spc="-25"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2" cstate="print"/>
          <a:stretch>
            <a:fillRect/>
          </a:stretch>
        </p:blipFill>
        <p:spPr>
          <a:xfrm>
            <a:off x="85725" y="57150"/>
            <a:ext cx="1533525" cy="619125"/>
          </a:xfrm>
          <a:prstGeom prst="rect">
            <a:avLst/>
          </a:prstGeom>
        </p:spPr>
      </p:pic>
      <p:pic>
        <p:nvPicPr>
          <p:cNvPr id="17" name="bg object 17"/>
          <p:cNvPicPr/>
          <p:nvPr/>
        </p:nvPicPr>
        <p:blipFill>
          <a:blip r:embed="rId3" cstate="print"/>
          <a:stretch>
            <a:fillRect/>
          </a:stretch>
        </p:blipFill>
        <p:spPr>
          <a:xfrm>
            <a:off x="828675" y="809625"/>
            <a:ext cx="3105150" cy="2619375"/>
          </a:xfrm>
          <a:prstGeom prst="rect">
            <a:avLst/>
          </a:prstGeom>
        </p:spPr>
      </p:pic>
      <p:pic>
        <p:nvPicPr>
          <p:cNvPr id="18" name="bg object 18"/>
          <p:cNvPicPr/>
          <p:nvPr/>
        </p:nvPicPr>
        <p:blipFill>
          <a:blip r:embed="rId4" cstate="print"/>
          <a:stretch>
            <a:fillRect/>
          </a:stretch>
        </p:blipFill>
        <p:spPr>
          <a:xfrm>
            <a:off x="4562475" y="647700"/>
            <a:ext cx="3105150" cy="2619375"/>
          </a:xfrm>
          <a:prstGeom prst="rect">
            <a:avLst/>
          </a:prstGeom>
        </p:spPr>
      </p:pic>
      <p:pic>
        <p:nvPicPr>
          <p:cNvPr id="19" name="bg object 19"/>
          <p:cNvPicPr/>
          <p:nvPr/>
        </p:nvPicPr>
        <p:blipFill>
          <a:blip r:embed="rId5" cstate="print"/>
          <a:stretch>
            <a:fillRect/>
          </a:stretch>
        </p:blipFill>
        <p:spPr>
          <a:xfrm>
            <a:off x="8382000" y="647700"/>
            <a:ext cx="3095625" cy="2619375"/>
          </a:xfrm>
          <a:prstGeom prst="rect">
            <a:avLst/>
          </a:prstGeom>
        </p:spPr>
      </p:pic>
      <p:pic>
        <p:nvPicPr>
          <p:cNvPr id="20" name="bg object 20"/>
          <p:cNvPicPr/>
          <p:nvPr/>
        </p:nvPicPr>
        <p:blipFill>
          <a:blip r:embed="rId6" cstate="print"/>
          <a:stretch>
            <a:fillRect/>
          </a:stretch>
        </p:blipFill>
        <p:spPr>
          <a:xfrm>
            <a:off x="733425" y="3590925"/>
            <a:ext cx="3095625" cy="2619375"/>
          </a:xfrm>
          <a:prstGeom prst="rect">
            <a:avLst/>
          </a:prstGeom>
        </p:spPr>
      </p:pic>
      <p:pic>
        <p:nvPicPr>
          <p:cNvPr id="21" name="bg object 21"/>
          <p:cNvPicPr/>
          <p:nvPr/>
        </p:nvPicPr>
        <p:blipFill>
          <a:blip r:embed="rId7" cstate="print"/>
          <a:stretch>
            <a:fillRect/>
          </a:stretch>
        </p:blipFill>
        <p:spPr>
          <a:xfrm>
            <a:off x="4543425" y="3590925"/>
            <a:ext cx="3143250" cy="2638425"/>
          </a:xfrm>
          <a:prstGeom prst="rect">
            <a:avLst/>
          </a:prstGeom>
        </p:spPr>
      </p:pic>
      <p:pic>
        <p:nvPicPr>
          <p:cNvPr id="22" name="bg object 22"/>
          <p:cNvPicPr/>
          <p:nvPr/>
        </p:nvPicPr>
        <p:blipFill>
          <a:blip r:embed="rId8" cstate="print"/>
          <a:stretch>
            <a:fillRect/>
          </a:stretch>
        </p:blipFill>
        <p:spPr>
          <a:xfrm>
            <a:off x="8372475" y="3590925"/>
            <a:ext cx="3114675" cy="2638399"/>
          </a:xfrm>
          <a:prstGeom prst="rect">
            <a:avLst/>
          </a:prstGeom>
        </p:spPr>
      </p:pic>
      <p:sp>
        <p:nvSpPr>
          <p:cNvPr id="2" name="Holder 2"/>
          <p:cNvSpPr>
            <a:spLocks noGrp="1"/>
          </p:cNvSpPr>
          <p:nvPr>
            <p:ph type="ftr" sz="quarter" idx="5"/>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173030211</a:t>
            </a:r>
          </a:p>
        </p:txBody>
      </p:sp>
      <p:sp>
        <p:nvSpPr>
          <p:cNvPr id="3" name="Holder 3"/>
          <p:cNvSpPr>
            <a:spLocks noGrp="1"/>
          </p:cNvSpPr>
          <p:nvPr>
            <p:ph type="dt" sz="half" idx="6"/>
          </p:nvPr>
        </p:nvSpPr>
        <p:spPr/>
        <p:txBody>
          <a:bodyPr lIns="0" tIns="0" rIns="0" bIns="0"/>
          <a:lstStyle>
            <a:lvl1pPr>
              <a:defRPr sz="1200" b="0" i="0">
                <a:solidFill>
                  <a:srgbClr val="888888"/>
                </a:solidFill>
                <a:latin typeface="Calibri"/>
                <a:cs typeface="Calibri"/>
              </a:defRPr>
            </a:lvl1pPr>
          </a:lstStyle>
          <a:p>
            <a:pPr marL="12700">
              <a:lnSpc>
                <a:spcPct val="100000"/>
              </a:lnSpc>
              <a:spcBef>
                <a:spcPts val="40"/>
              </a:spcBef>
            </a:pPr>
            <a:r>
              <a:rPr spc="-10" dirty="0"/>
              <a:t>06-03-</a:t>
            </a:r>
            <a:r>
              <a:rPr spc="-20" dirty="0"/>
              <a:t>2026</a:t>
            </a:r>
          </a:p>
        </p:txBody>
      </p:sp>
      <p:sp>
        <p:nvSpPr>
          <p:cNvPr id="4" name="Holder 4"/>
          <p:cNvSpPr>
            <a:spLocks noGrp="1"/>
          </p:cNvSpPr>
          <p:nvPr>
            <p:ph type="sldNum" sz="quarter" idx="7"/>
          </p:nvPr>
        </p:nvSpPr>
        <p:spPr/>
        <p:txBody>
          <a:bodyPr lIns="0" tIns="0" rIns="0" bIns="0"/>
          <a:lstStyle>
            <a:lvl1pPr>
              <a:defRPr sz="1200" b="0" i="0">
                <a:solidFill>
                  <a:srgbClr val="888888"/>
                </a:solidFill>
                <a:latin typeface="Calibri"/>
                <a:cs typeface="Calibri"/>
              </a:defRPr>
            </a:lvl1pPr>
          </a:lstStyle>
          <a:p>
            <a:pPr marL="38100">
              <a:lnSpc>
                <a:spcPct val="100000"/>
              </a:lnSpc>
              <a:spcBef>
                <a:spcPts val="40"/>
              </a:spcBef>
            </a:pPr>
            <a:fld id="{81D60167-4931-47E6-BA6A-407CBD079E47}" type="slidenum">
              <a:rPr spc="-25" dirty="0"/>
              <a:t>‹#›</a:t>
            </a:fld>
            <a:endParaRPr spc="-25"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bg object 16"/>
          <p:cNvPicPr/>
          <p:nvPr/>
        </p:nvPicPr>
        <p:blipFill>
          <a:blip r:embed="rId7" cstate="print"/>
          <a:stretch>
            <a:fillRect/>
          </a:stretch>
        </p:blipFill>
        <p:spPr>
          <a:xfrm>
            <a:off x="85725" y="57150"/>
            <a:ext cx="1533525" cy="619125"/>
          </a:xfrm>
          <a:prstGeom prst="rect">
            <a:avLst/>
          </a:prstGeom>
        </p:spPr>
      </p:pic>
      <p:sp>
        <p:nvSpPr>
          <p:cNvPr id="2" name="Holder 2"/>
          <p:cNvSpPr>
            <a:spLocks noGrp="1"/>
          </p:cNvSpPr>
          <p:nvPr>
            <p:ph type="title"/>
          </p:nvPr>
        </p:nvSpPr>
        <p:spPr>
          <a:xfrm>
            <a:off x="2167254" y="-74993"/>
            <a:ext cx="7687945" cy="1288097"/>
          </a:xfrm>
          <a:prstGeom prst="rect">
            <a:avLst/>
          </a:prstGeom>
        </p:spPr>
        <p:txBody>
          <a:bodyPr wrap="square" lIns="0" tIns="0" rIns="0" bIns="0">
            <a:spAutoFit/>
          </a:bodyPr>
          <a:lstStyle>
            <a:lvl1pPr>
              <a:defRPr sz="4400" b="0" i="0">
                <a:solidFill>
                  <a:schemeClr val="tx1"/>
                </a:solidFill>
                <a:latin typeface="Calibri Light"/>
                <a:cs typeface="Calibri Light"/>
              </a:defRPr>
            </a:lvl1pPr>
          </a:lstStyle>
          <a:p>
            <a:endParaRPr/>
          </a:p>
        </p:txBody>
      </p:sp>
      <p:sp>
        <p:nvSpPr>
          <p:cNvPr id="3" name="Holder 3"/>
          <p:cNvSpPr>
            <a:spLocks noGrp="1"/>
          </p:cNvSpPr>
          <p:nvPr>
            <p:ph type="body" idx="1"/>
          </p:nvPr>
        </p:nvSpPr>
        <p:spPr>
          <a:xfrm>
            <a:off x="812165" y="1298193"/>
            <a:ext cx="10617835" cy="4051300"/>
          </a:xfrm>
          <a:prstGeom prst="rect">
            <a:avLst/>
          </a:prstGeom>
        </p:spPr>
        <p:txBody>
          <a:bodyPr wrap="square" lIns="0" tIns="0" rIns="0" bIns="0">
            <a:spAutoFit/>
          </a:bodyPr>
          <a:lstStyle>
            <a:lvl1pPr>
              <a:defRPr sz="2750" b="0" i="0">
                <a:solidFill>
                  <a:schemeClr val="tx1"/>
                </a:solidFill>
                <a:latin typeface="Times New Roman"/>
                <a:cs typeface="Times New Roman"/>
              </a:defRPr>
            </a:lvl1pPr>
          </a:lstStyle>
          <a:p>
            <a:endParaRPr/>
          </a:p>
        </p:txBody>
      </p:sp>
      <p:sp>
        <p:nvSpPr>
          <p:cNvPr id="4" name="Holder 4"/>
          <p:cNvSpPr>
            <a:spLocks noGrp="1"/>
          </p:cNvSpPr>
          <p:nvPr>
            <p:ph type="ftr" sz="quarter" idx="5"/>
          </p:nvPr>
        </p:nvSpPr>
        <p:spPr>
          <a:xfrm>
            <a:off x="4957445" y="6441747"/>
            <a:ext cx="721995" cy="211454"/>
          </a:xfrm>
          <a:prstGeom prst="rect">
            <a:avLst/>
          </a:prstGeom>
        </p:spPr>
        <p:txBody>
          <a:bodyPr wrap="square" lIns="0" tIns="0" rIns="0" bIns="0">
            <a:spAutoFit/>
          </a:bodyPr>
          <a:lstStyle>
            <a:lvl1pPr>
              <a:defRPr sz="1200" b="0" i="0">
                <a:solidFill>
                  <a:srgbClr val="888888"/>
                </a:solidFill>
                <a:latin typeface="Calibri"/>
                <a:cs typeface="Calibri"/>
              </a:defRPr>
            </a:lvl1pPr>
          </a:lstStyle>
          <a:p>
            <a:pPr marL="12700">
              <a:lnSpc>
                <a:spcPct val="100000"/>
              </a:lnSpc>
              <a:spcBef>
                <a:spcPts val="40"/>
              </a:spcBef>
            </a:pPr>
            <a:r>
              <a:rPr spc="-10" dirty="0"/>
              <a:t>173030211</a:t>
            </a:r>
          </a:p>
        </p:txBody>
      </p:sp>
      <p:sp>
        <p:nvSpPr>
          <p:cNvPr id="5" name="Holder 5"/>
          <p:cNvSpPr>
            <a:spLocks noGrp="1"/>
          </p:cNvSpPr>
          <p:nvPr>
            <p:ph type="dt" sz="half" idx="6"/>
          </p:nvPr>
        </p:nvSpPr>
        <p:spPr>
          <a:xfrm>
            <a:off x="917575" y="6441747"/>
            <a:ext cx="744219" cy="211454"/>
          </a:xfrm>
          <a:prstGeom prst="rect">
            <a:avLst/>
          </a:prstGeom>
        </p:spPr>
        <p:txBody>
          <a:bodyPr wrap="square" lIns="0" tIns="0" rIns="0" bIns="0">
            <a:spAutoFit/>
          </a:bodyPr>
          <a:lstStyle>
            <a:lvl1pPr>
              <a:defRPr sz="1200" b="0" i="0">
                <a:solidFill>
                  <a:srgbClr val="888888"/>
                </a:solidFill>
                <a:latin typeface="Calibri"/>
                <a:cs typeface="Calibri"/>
              </a:defRPr>
            </a:lvl1pPr>
          </a:lstStyle>
          <a:p>
            <a:pPr marL="12700">
              <a:lnSpc>
                <a:spcPct val="100000"/>
              </a:lnSpc>
              <a:spcBef>
                <a:spcPts val="40"/>
              </a:spcBef>
            </a:pPr>
            <a:r>
              <a:rPr spc="-10" dirty="0"/>
              <a:t>06-03-</a:t>
            </a:r>
            <a:r>
              <a:rPr spc="-20" dirty="0"/>
              <a:t>2026</a:t>
            </a:r>
          </a:p>
        </p:txBody>
      </p:sp>
      <p:sp>
        <p:nvSpPr>
          <p:cNvPr id="6" name="Holder 6"/>
          <p:cNvSpPr>
            <a:spLocks noGrp="1"/>
          </p:cNvSpPr>
          <p:nvPr>
            <p:ph type="sldNum" sz="quarter" idx="7"/>
          </p:nvPr>
        </p:nvSpPr>
        <p:spPr>
          <a:xfrm>
            <a:off x="11076051" y="6441747"/>
            <a:ext cx="241300" cy="211454"/>
          </a:xfrm>
          <a:prstGeom prst="rect">
            <a:avLst/>
          </a:prstGeom>
        </p:spPr>
        <p:txBody>
          <a:bodyPr wrap="square" lIns="0" tIns="0" rIns="0" bIns="0">
            <a:spAutoFit/>
          </a:bodyPr>
          <a:lstStyle>
            <a:lvl1pPr>
              <a:defRPr sz="1200" b="0" i="0">
                <a:solidFill>
                  <a:srgbClr val="888888"/>
                </a:solidFill>
                <a:latin typeface="Calibri"/>
                <a:cs typeface="Calibri"/>
              </a:defRPr>
            </a:lvl1pPr>
          </a:lstStyle>
          <a:p>
            <a:pPr marL="38100">
              <a:lnSpc>
                <a:spcPct val="100000"/>
              </a:lnSpc>
              <a:spcBef>
                <a:spcPts val="40"/>
              </a:spcBef>
            </a:pPr>
            <a:fld id="{81D60167-4931-47E6-BA6A-407CBD079E47}" type="slidenum">
              <a:rPr spc="-25" dirty="0"/>
              <a:t>‹#›</a:t>
            </a:fld>
            <a:endParaRPr spc="-25"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67254" y="392430"/>
            <a:ext cx="7687945" cy="392430"/>
          </a:xfrm>
          <a:prstGeom prst="rect">
            <a:avLst/>
          </a:prstGeom>
        </p:spPr>
        <p:txBody>
          <a:bodyPr vert="horz" wrap="square" lIns="0" tIns="13335" rIns="0" bIns="0" rtlCol="0">
            <a:spAutoFit/>
          </a:bodyPr>
          <a:lstStyle/>
          <a:p>
            <a:pPr marL="12700">
              <a:lnSpc>
                <a:spcPct val="100000"/>
              </a:lnSpc>
              <a:spcBef>
                <a:spcPts val="105"/>
              </a:spcBef>
            </a:pPr>
            <a:r>
              <a:rPr sz="2400" u="sng" dirty="0">
                <a:solidFill>
                  <a:srgbClr val="006FC0"/>
                </a:solidFill>
                <a:uFill>
                  <a:solidFill>
                    <a:srgbClr val="006FC0"/>
                  </a:solidFill>
                </a:uFill>
                <a:latin typeface="Calibri"/>
                <a:cs typeface="Calibri"/>
              </a:rPr>
              <a:t>Title:</a:t>
            </a:r>
            <a:r>
              <a:rPr sz="2400" spc="-35" dirty="0">
                <a:solidFill>
                  <a:srgbClr val="006FC0"/>
                </a:solidFill>
                <a:latin typeface="Calibri"/>
                <a:cs typeface="Calibri"/>
              </a:rPr>
              <a:t> </a:t>
            </a:r>
            <a:r>
              <a:rPr sz="2400" dirty="0">
                <a:solidFill>
                  <a:srgbClr val="2F5599"/>
                </a:solidFill>
                <a:latin typeface="Times New Roman"/>
                <a:cs typeface="Times New Roman"/>
              </a:rPr>
              <a:t>NearStitch-</a:t>
            </a:r>
            <a:r>
              <a:rPr sz="2400" spc="-35" dirty="0">
                <a:solidFill>
                  <a:srgbClr val="2F5599"/>
                </a:solidFill>
                <a:latin typeface="Times New Roman"/>
                <a:cs typeface="Times New Roman"/>
              </a:rPr>
              <a:t> </a:t>
            </a:r>
            <a:r>
              <a:rPr sz="2400" dirty="0">
                <a:solidFill>
                  <a:srgbClr val="2F5599"/>
                </a:solidFill>
                <a:latin typeface="Times New Roman"/>
                <a:cs typeface="Times New Roman"/>
              </a:rPr>
              <a:t>Fashion</a:t>
            </a:r>
            <a:r>
              <a:rPr sz="2400" spc="-35" dirty="0">
                <a:solidFill>
                  <a:srgbClr val="2F5599"/>
                </a:solidFill>
                <a:latin typeface="Times New Roman"/>
                <a:cs typeface="Times New Roman"/>
              </a:rPr>
              <a:t> </a:t>
            </a:r>
            <a:r>
              <a:rPr sz="2400" dirty="0">
                <a:solidFill>
                  <a:srgbClr val="2F5599"/>
                </a:solidFill>
                <a:latin typeface="Times New Roman"/>
                <a:cs typeface="Times New Roman"/>
              </a:rPr>
              <a:t>Designing</a:t>
            </a:r>
            <a:r>
              <a:rPr sz="2400" spc="-40" dirty="0">
                <a:solidFill>
                  <a:srgbClr val="2F5599"/>
                </a:solidFill>
                <a:latin typeface="Times New Roman"/>
                <a:cs typeface="Times New Roman"/>
              </a:rPr>
              <a:t> </a:t>
            </a:r>
            <a:r>
              <a:rPr sz="2400" dirty="0">
                <a:solidFill>
                  <a:srgbClr val="2F5599"/>
                </a:solidFill>
                <a:latin typeface="Times New Roman"/>
                <a:cs typeface="Times New Roman"/>
              </a:rPr>
              <a:t>Pickup</a:t>
            </a:r>
            <a:r>
              <a:rPr sz="2400" spc="-35" dirty="0">
                <a:solidFill>
                  <a:srgbClr val="2F5599"/>
                </a:solidFill>
                <a:latin typeface="Times New Roman"/>
                <a:cs typeface="Times New Roman"/>
              </a:rPr>
              <a:t> </a:t>
            </a:r>
            <a:r>
              <a:rPr sz="2400" dirty="0">
                <a:solidFill>
                  <a:srgbClr val="2F5599"/>
                </a:solidFill>
                <a:latin typeface="Times New Roman"/>
                <a:cs typeface="Times New Roman"/>
              </a:rPr>
              <a:t>Delivery</a:t>
            </a:r>
            <a:r>
              <a:rPr sz="2400" spc="-35" dirty="0">
                <a:solidFill>
                  <a:srgbClr val="2F5599"/>
                </a:solidFill>
                <a:latin typeface="Times New Roman"/>
                <a:cs typeface="Times New Roman"/>
              </a:rPr>
              <a:t> </a:t>
            </a:r>
            <a:r>
              <a:rPr sz="2400" spc="-10" dirty="0">
                <a:solidFill>
                  <a:srgbClr val="2F5599"/>
                </a:solidFill>
                <a:latin typeface="Times New Roman"/>
                <a:cs typeface="Times New Roman"/>
              </a:rPr>
              <a:t>platform</a:t>
            </a:r>
            <a:endParaRPr sz="2400">
              <a:latin typeface="Times New Roman"/>
              <a:cs typeface="Times New Roman"/>
            </a:endParaRPr>
          </a:p>
        </p:txBody>
      </p:sp>
      <p:sp>
        <p:nvSpPr>
          <p:cNvPr id="3" name="object 3"/>
          <p:cNvSpPr txBox="1"/>
          <p:nvPr/>
        </p:nvSpPr>
        <p:spPr>
          <a:xfrm>
            <a:off x="3933571" y="1090930"/>
            <a:ext cx="4137660" cy="3678554"/>
          </a:xfrm>
          <a:prstGeom prst="rect">
            <a:avLst/>
          </a:prstGeom>
        </p:spPr>
        <p:txBody>
          <a:bodyPr vert="horz" wrap="square" lIns="0" tIns="13335" rIns="0" bIns="0" rtlCol="0">
            <a:spAutoFit/>
          </a:bodyPr>
          <a:lstStyle/>
          <a:p>
            <a:pPr algn="ctr">
              <a:lnSpc>
                <a:spcPct val="100000"/>
              </a:lnSpc>
              <a:spcBef>
                <a:spcPts val="105"/>
              </a:spcBef>
            </a:pPr>
            <a:r>
              <a:rPr sz="2400" dirty="0">
                <a:latin typeface="Calibri"/>
                <a:cs typeface="Calibri"/>
              </a:rPr>
              <a:t>Student</a:t>
            </a:r>
            <a:r>
              <a:rPr sz="2400" spc="-75" dirty="0">
                <a:latin typeface="Calibri"/>
                <a:cs typeface="Calibri"/>
              </a:rPr>
              <a:t> </a:t>
            </a:r>
            <a:r>
              <a:rPr sz="2400" dirty="0">
                <a:latin typeface="Calibri"/>
                <a:cs typeface="Calibri"/>
              </a:rPr>
              <a:t>Name:</a:t>
            </a:r>
            <a:r>
              <a:rPr sz="2400" spc="10" dirty="0">
                <a:latin typeface="Calibri"/>
                <a:cs typeface="Calibri"/>
              </a:rPr>
              <a:t> </a:t>
            </a:r>
            <a:r>
              <a:rPr sz="2400" spc="-60" dirty="0">
                <a:latin typeface="Calibri"/>
                <a:cs typeface="Calibri"/>
              </a:rPr>
              <a:t>THOTA</a:t>
            </a:r>
            <a:r>
              <a:rPr sz="2400" spc="-65" dirty="0">
                <a:latin typeface="Calibri"/>
                <a:cs typeface="Calibri"/>
              </a:rPr>
              <a:t> </a:t>
            </a:r>
            <a:r>
              <a:rPr sz="2400" dirty="0">
                <a:latin typeface="Calibri"/>
                <a:cs typeface="Calibri"/>
              </a:rPr>
              <a:t>JHANA</a:t>
            </a:r>
            <a:r>
              <a:rPr sz="2400" spc="-65" dirty="0">
                <a:latin typeface="Calibri"/>
                <a:cs typeface="Calibri"/>
              </a:rPr>
              <a:t> </a:t>
            </a:r>
            <a:r>
              <a:rPr sz="2400" spc="-25" dirty="0">
                <a:latin typeface="Calibri"/>
                <a:cs typeface="Calibri"/>
              </a:rPr>
              <a:t>SRI</a:t>
            </a:r>
            <a:endParaRPr sz="2400">
              <a:latin typeface="Calibri"/>
              <a:cs typeface="Calibri"/>
            </a:endParaRPr>
          </a:p>
          <a:p>
            <a:pPr marL="7620" algn="ctr">
              <a:lnSpc>
                <a:spcPct val="100000"/>
              </a:lnSpc>
              <a:spcBef>
                <a:spcPts val="125"/>
              </a:spcBef>
            </a:pPr>
            <a:r>
              <a:rPr sz="2400" spc="-10" dirty="0">
                <a:latin typeface="Calibri"/>
                <a:cs typeface="Calibri"/>
              </a:rPr>
              <a:t>Student</a:t>
            </a:r>
            <a:r>
              <a:rPr sz="2400" spc="-75" dirty="0">
                <a:latin typeface="Calibri"/>
                <a:cs typeface="Calibri"/>
              </a:rPr>
              <a:t> </a:t>
            </a:r>
            <a:r>
              <a:rPr sz="2400" dirty="0">
                <a:latin typeface="Calibri"/>
                <a:cs typeface="Calibri"/>
              </a:rPr>
              <a:t>ID:</a:t>
            </a:r>
            <a:r>
              <a:rPr sz="2400" spc="20" dirty="0">
                <a:latin typeface="Calibri"/>
                <a:cs typeface="Calibri"/>
              </a:rPr>
              <a:t> </a:t>
            </a:r>
            <a:r>
              <a:rPr sz="2400" spc="-25" dirty="0">
                <a:latin typeface="Calibri"/>
                <a:cs typeface="Calibri"/>
              </a:rPr>
              <a:t>2520</a:t>
            </a:r>
            <a:r>
              <a:rPr sz="2400" spc="50" dirty="0">
                <a:latin typeface="Calibri"/>
                <a:cs typeface="Calibri"/>
              </a:rPr>
              <a:t>0</a:t>
            </a:r>
            <a:r>
              <a:rPr sz="2400" spc="-25" dirty="0">
                <a:latin typeface="Calibri"/>
                <a:cs typeface="Calibri"/>
              </a:rPr>
              <a:t>9012</a:t>
            </a:r>
            <a:r>
              <a:rPr sz="2400" spc="45" dirty="0">
                <a:latin typeface="Calibri"/>
                <a:cs typeface="Calibri"/>
              </a:rPr>
              <a:t>1</a:t>
            </a:r>
            <a:r>
              <a:rPr sz="600" spc="-5" dirty="0">
                <a:latin typeface="Calibri"/>
                <a:cs typeface="Calibri"/>
              </a:rPr>
              <a:t>)</a:t>
            </a:r>
            <a:endParaRPr sz="600">
              <a:latin typeface="Calibri"/>
              <a:cs typeface="Calibri"/>
            </a:endParaRPr>
          </a:p>
          <a:p>
            <a:pPr marL="812800" marR="802005" indent="3810" algn="ctr">
              <a:lnSpc>
                <a:spcPts val="3379"/>
              </a:lnSpc>
              <a:spcBef>
                <a:spcPts val="120"/>
              </a:spcBef>
            </a:pPr>
            <a:r>
              <a:rPr sz="2750" spc="-10" dirty="0">
                <a:latin typeface="Calibri"/>
                <a:cs typeface="Calibri"/>
              </a:rPr>
              <a:t>Cluster:02 </a:t>
            </a:r>
            <a:r>
              <a:rPr sz="2750" dirty="0">
                <a:latin typeface="Calibri"/>
                <a:cs typeface="Calibri"/>
              </a:rPr>
              <a:t>Section:</a:t>
            </a:r>
            <a:r>
              <a:rPr sz="2750" spc="85" dirty="0">
                <a:latin typeface="Calibri"/>
                <a:cs typeface="Calibri"/>
              </a:rPr>
              <a:t> </a:t>
            </a:r>
            <a:r>
              <a:rPr sz="2750" spc="-10" dirty="0">
                <a:latin typeface="Calibri"/>
                <a:cs typeface="Calibri"/>
              </a:rPr>
              <a:t>06(FWD)</a:t>
            </a:r>
            <a:endParaRPr sz="2750">
              <a:latin typeface="Calibri"/>
              <a:cs typeface="Calibri"/>
            </a:endParaRPr>
          </a:p>
          <a:p>
            <a:pPr marL="937894" marR="908685" algn="ctr">
              <a:lnSpc>
                <a:spcPct val="110600"/>
              </a:lnSpc>
              <a:spcBef>
                <a:spcPts val="1714"/>
              </a:spcBef>
            </a:pPr>
            <a:r>
              <a:rPr sz="2150" dirty="0">
                <a:latin typeface="Calibri"/>
                <a:cs typeface="Calibri"/>
              </a:rPr>
              <a:t>Under</a:t>
            </a:r>
            <a:r>
              <a:rPr sz="2150" spc="70" dirty="0">
                <a:latin typeface="Calibri"/>
                <a:cs typeface="Calibri"/>
              </a:rPr>
              <a:t> </a:t>
            </a:r>
            <a:r>
              <a:rPr sz="2150" dirty="0">
                <a:latin typeface="Calibri"/>
                <a:cs typeface="Calibri"/>
              </a:rPr>
              <a:t>the</a:t>
            </a:r>
            <a:r>
              <a:rPr sz="2150" spc="114" dirty="0">
                <a:latin typeface="Calibri"/>
                <a:cs typeface="Calibri"/>
              </a:rPr>
              <a:t> </a:t>
            </a:r>
            <a:r>
              <a:rPr sz="2150" spc="-10" dirty="0">
                <a:latin typeface="Calibri"/>
                <a:cs typeface="Calibri"/>
              </a:rPr>
              <a:t>Guidance </a:t>
            </a:r>
            <a:r>
              <a:rPr sz="2150" spc="-25" dirty="0">
                <a:latin typeface="Calibri"/>
                <a:cs typeface="Calibri"/>
              </a:rPr>
              <a:t>of</a:t>
            </a:r>
            <a:endParaRPr sz="2150">
              <a:latin typeface="Calibri"/>
              <a:cs typeface="Calibri"/>
            </a:endParaRPr>
          </a:p>
          <a:p>
            <a:pPr marL="555625" marR="523240" algn="ctr">
              <a:lnSpc>
                <a:spcPct val="110600"/>
              </a:lnSpc>
              <a:spcBef>
                <a:spcPts val="5"/>
              </a:spcBef>
            </a:pPr>
            <a:r>
              <a:rPr sz="2150" dirty="0">
                <a:solidFill>
                  <a:srgbClr val="00AF50"/>
                </a:solidFill>
                <a:latin typeface="Calibri"/>
                <a:cs typeface="Calibri"/>
              </a:rPr>
              <a:t>Supervisor</a:t>
            </a:r>
            <a:r>
              <a:rPr sz="2150" spc="135" dirty="0">
                <a:solidFill>
                  <a:srgbClr val="00AF50"/>
                </a:solidFill>
                <a:latin typeface="Calibri"/>
                <a:cs typeface="Calibri"/>
              </a:rPr>
              <a:t> </a:t>
            </a:r>
            <a:r>
              <a:rPr sz="2150" dirty="0">
                <a:solidFill>
                  <a:srgbClr val="00AF50"/>
                </a:solidFill>
                <a:latin typeface="Calibri"/>
                <a:cs typeface="Calibri"/>
              </a:rPr>
              <a:t>Name:</a:t>
            </a:r>
            <a:r>
              <a:rPr sz="2150" spc="140" dirty="0">
                <a:solidFill>
                  <a:srgbClr val="00AF50"/>
                </a:solidFill>
                <a:latin typeface="Calibri"/>
                <a:cs typeface="Calibri"/>
              </a:rPr>
              <a:t> </a:t>
            </a:r>
            <a:r>
              <a:rPr sz="2150" spc="-10" dirty="0">
                <a:solidFill>
                  <a:srgbClr val="00AF50"/>
                </a:solidFill>
                <a:latin typeface="Calibri"/>
                <a:cs typeface="Calibri"/>
              </a:rPr>
              <a:t>xxxxxxxx </a:t>
            </a:r>
            <a:r>
              <a:rPr sz="2150" dirty="0">
                <a:solidFill>
                  <a:srgbClr val="00AF50"/>
                </a:solidFill>
                <a:latin typeface="Calibri"/>
                <a:cs typeface="Calibri"/>
              </a:rPr>
              <a:t>Assistant</a:t>
            </a:r>
            <a:r>
              <a:rPr sz="2150" spc="45" dirty="0">
                <a:solidFill>
                  <a:srgbClr val="00AF50"/>
                </a:solidFill>
                <a:latin typeface="Calibri"/>
                <a:cs typeface="Calibri"/>
              </a:rPr>
              <a:t> </a:t>
            </a:r>
            <a:r>
              <a:rPr sz="2150" spc="-10" dirty="0">
                <a:solidFill>
                  <a:srgbClr val="00AF50"/>
                </a:solidFill>
                <a:latin typeface="Calibri"/>
                <a:cs typeface="Calibri"/>
              </a:rPr>
              <a:t>Professor </a:t>
            </a:r>
            <a:r>
              <a:rPr sz="2150" dirty="0">
                <a:solidFill>
                  <a:srgbClr val="00AF50"/>
                </a:solidFill>
                <a:latin typeface="Calibri"/>
                <a:cs typeface="Calibri"/>
              </a:rPr>
              <a:t>Department</a:t>
            </a:r>
            <a:r>
              <a:rPr sz="2150" spc="80" dirty="0">
                <a:solidFill>
                  <a:srgbClr val="00AF50"/>
                </a:solidFill>
                <a:latin typeface="Calibri"/>
                <a:cs typeface="Calibri"/>
              </a:rPr>
              <a:t> </a:t>
            </a:r>
            <a:r>
              <a:rPr sz="2150" dirty="0">
                <a:solidFill>
                  <a:srgbClr val="00AF50"/>
                </a:solidFill>
                <a:latin typeface="Calibri"/>
                <a:cs typeface="Calibri"/>
              </a:rPr>
              <a:t>of</a:t>
            </a:r>
            <a:r>
              <a:rPr sz="2150" spc="85" dirty="0">
                <a:solidFill>
                  <a:srgbClr val="00AF50"/>
                </a:solidFill>
                <a:latin typeface="Calibri"/>
                <a:cs typeface="Calibri"/>
              </a:rPr>
              <a:t> </a:t>
            </a:r>
            <a:r>
              <a:rPr sz="2150" spc="-25" dirty="0">
                <a:solidFill>
                  <a:srgbClr val="00AF50"/>
                </a:solidFill>
                <a:latin typeface="Calibri"/>
                <a:cs typeface="Calibri"/>
              </a:rPr>
              <a:t>CSE</a:t>
            </a:r>
            <a:endParaRPr sz="2150">
              <a:latin typeface="Calibri"/>
              <a:cs typeface="Calibri"/>
            </a:endParaRPr>
          </a:p>
        </p:txBody>
      </p:sp>
      <p:sp>
        <p:nvSpPr>
          <p:cNvPr id="4" name="object 4"/>
          <p:cNvSpPr txBox="1"/>
          <p:nvPr/>
        </p:nvSpPr>
        <p:spPr>
          <a:xfrm>
            <a:off x="917575" y="6434454"/>
            <a:ext cx="744220" cy="208279"/>
          </a:xfrm>
          <a:prstGeom prst="rect">
            <a:avLst/>
          </a:prstGeom>
        </p:spPr>
        <p:txBody>
          <a:bodyPr vert="horz" wrap="square" lIns="0" tIns="12700" rIns="0" bIns="0" rtlCol="0">
            <a:spAutoFit/>
          </a:bodyPr>
          <a:lstStyle/>
          <a:p>
            <a:pPr marL="12700">
              <a:lnSpc>
                <a:spcPct val="100000"/>
              </a:lnSpc>
              <a:spcBef>
                <a:spcPts val="100"/>
              </a:spcBef>
            </a:pPr>
            <a:r>
              <a:rPr sz="1200" spc="-10" dirty="0">
                <a:solidFill>
                  <a:srgbClr val="888888"/>
                </a:solidFill>
                <a:latin typeface="Calibri"/>
                <a:cs typeface="Calibri"/>
              </a:rPr>
              <a:t>06-03-</a:t>
            </a:r>
            <a:r>
              <a:rPr sz="1200" spc="-20" dirty="0">
                <a:solidFill>
                  <a:srgbClr val="888888"/>
                </a:solidFill>
                <a:latin typeface="Calibri"/>
                <a:cs typeface="Calibri"/>
              </a:rPr>
              <a:t>2026</a:t>
            </a:r>
            <a:endParaRPr sz="1200">
              <a:latin typeface="Calibri"/>
              <a:cs typeface="Calibri"/>
            </a:endParaRPr>
          </a:p>
        </p:txBody>
      </p:sp>
      <p:pic>
        <p:nvPicPr>
          <p:cNvPr id="5" name="object 5"/>
          <p:cNvPicPr/>
          <p:nvPr/>
        </p:nvPicPr>
        <p:blipFill>
          <a:blip r:embed="rId2" cstate="print"/>
          <a:stretch>
            <a:fillRect/>
          </a:stretch>
        </p:blipFill>
        <p:spPr>
          <a:xfrm>
            <a:off x="5038725" y="5095497"/>
            <a:ext cx="2124075" cy="1143377"/>
          </a:xfrm>
          <a:prstGeom prst="rect">
            <a:avLst/>
          </a:prstGeom>
        </p:spPr>
      </p:pic>
      <p:sp>
        <p:nvSpPr>
          <p:cNvPr id="6" name="object 6"/>
          <p:cNvSpPr txBox="1"/>
          <p:nvPr/>
        </p:nvSpPr>
        <p:spPr>
          <a:xfrm>
            <a:off x="11179175" y="6434454"/>
            <a:ext cx="102870" cy="208279"/>
          </a:xfrm>
          <a:prstGeom prst="rect">
            <a:avLst/>
          </a:prstGeom>
        </p:spPr>
        <p:txBody>
          <a:bodyPr vert="horz" wrap="square" lIns="0" tIns="12700" rIns="0" bIns="0" rtlCol="0">
            <a:spAutoFit/>
          </a:bodyPr>
          <a:lstStyle/>
          <a:p>
            <a:pPr marL="12700">
              <a:lnSpc>
                <a:spcPct val="100000"/>
              </a:lnSpc>
              <a:spcBef>
                <a:spcPts val="100"/>
              </a:spcBef>
            </a:pPr>
            <a:r>
              <a:rPr sz="1200" spc="-50" dirty="0">
                <a:solidFill>
                  <a:srgbClr val="888888"/>
                </a:solidFill>
                <a:latin typeface="Calibri"/>
                <a:cs typeface="Calibri"/>
              </a:rPr>
              <a:t>1</a:t>
            </a:r>
            <a:endParaRPr sz="1200">
              <a:latin typeface="Calibri"/>
              <a:cs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602297" rIns="0" bIns="0" rtlCol="0">
            <a:spAutoFit/>
          </a:bodyPr>
          <a:lstStyle/>
          <a:p>
            <a:pPr marL="3126740">
              <a:lnSpc>
                <a:spcPct val="100000"/>
              </a:lnSpc>
              <a:spcBef>
                <a:spcPts val="130"/>
              </a:spcBef>
            </a:pPr>
            <a:r>
              <a:rPr spc="-35" dirty="0"/>
              <a:t>OUTLINE</a:t>
            </a:r>
          </a:p>
        </p:txBody>
      </p:sp>
      <p:sp>
        <p:nvSpPr>
          <p:cNvPr id="4" name="object 4"/>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5" name="object 5"/>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6" name="object 6"/>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7" name="object 7"/>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2</a:t>
            </a:fld>
            <a:endParaRPr spc="-25" dirty="0"/>
          </a:p>
        </p:txBody>
      </p:sp>
      <p:sp>
        <p:nvSpPr>
          <p:cNvPr id="3" name="object 3"/>
          <p:cNvSpPr txBox="1"/>
          <p:nvPr/>
        </p:nvSpPr>
        <p:spPr>
          <a:xfrm>
            <a:off x="917575" y="1392618"/>
            <a:ext cx="3186430" cy="4441825"/>
          </a:xfrm>
          <a:prstGeom prst="rect">
            <a:avLst/>
          </a:prstGeom>
        </p:spPr>
        <p:txBody>
          <a:bodyPr vert="horz" wrap="square" lIns="0" tIns="62865" rIns="0" bIns="0" rtlCol="0">
            <a:spAutoFit/>
          </a:bodyPr>
          <a:lstStyle/>
          <a:p>
            <a:pPr marL="527050" indent="-514350">
              <a:lnSpc>
                <a:spcPct val="100000"/>
              </a:lnSpc>
              <a:spcBef>
                <a:spcPts val="495"/>
              </a:spcBef>
              <a:buAutoNum type="arabicPeriod"/>
              <a:tabLst>
                <a:tab pos="527050" algn="l"/>
              </a:tabLst>
            </a:pPr>
            <a:r>
              <a:rPr sz="1800" spc="-10" dirty="0">
                <a:latin typeface="Calibri"/>
                <a:cs typeface="Calibri"/>
              </a:rPr>
              <a:t>Abstract</a:t>
            </a:r>
            <a:endParaRPr sz="1800">
              <a:latin typeface="Calibri"/>
              <a:cs typeface="Calibri"/>
            </a:endParaRPr>
          </a:p>
          <a:p>
            <a:pPr marL="527050" indent="-514350">
              <a:lnSpc>
                <a:spcPct val="100000"/>
              </a:lnSpc>
              <a:spcBef>
                <a:spcPts val="395"/>
              </a:spcBef>
              <a:buAutoNum type="arabicPeriod"/>
              <a:tabLst>
                <a:tab pos="527050" algn="l"/>
              </a:tabLst>
            </a:pPr>
            <a:r>
              <a:rPr sz="1800" dirty="0">
                <a:latin typeface="Calibri"/>
                <a:cs typeface="Calibri"/>
              </a:rPr>
              <a:t>Existing</a:t>
            </a:r>
            <a:r>
              <a:rPr sz="1800" spc="-45" dirty="0">
                <a:latin typeface="Calibri"/>
                <a:cs typeface="Calibri"/>
              </a:rPr>
              <a:t> </a:t>
            </a:r>
            <a:r>
              <a:rPr sz="1800" spc="-10" dirty="0">
                <a:latin typeface="Calibri"/>
                <a:cs typeface="Calibri"/>
              </a:rPr>
              <a:t>System</a:t>
            </a:r>
            <a:endParaRPr sz="1800">
              <a:latin typeface="Calibri"/>
              <a:cs typeface="Calibri"/>
            </a:endParaRPr>
          </a:p>
          <a:p>
            <a:pPr marL="527050" indent="-514350">
              <a:lnSpc>
                <a:spcPct val="100000"/>
              </a:lnSpc>
              <a:spcBef>
                <a:spcPts val="315"/>
              </a:spcBef>
              <a:buAutoNum type="arabicPeriod"/>
              <a:tabLst>
                <a:tab pos="527050" algn="l"/>
              </a:tabLst>
            </a:pPr>
            <a:r>
              <a:rPr sz="1800" dirty="0">
                <a:latin typeface="Calibri"/>
                <a:cs typeface="Calibri"/>
              </a:rPr>
              <a:t>Proposed</a:t>
            </a:r>
            <a:r>
              <a:rPr sz="1800" spc="-75" dirty="0">
                <a:latin typeface="Calibri"/>
                <a:cs typeface="Calibri"/>
              </a:rPr>
              <a:t> </a:t>
            </a:r>
            <a:r>
              <a:rPr sz="1800" spc="-10" dirty="0">
                <a:latin typeface="Calibri"/>
                <a:cs typeface="Calibri"/>
              </a:rPr>
              <a:t>System</a:t>
            </a:r>
            <a:endParaRPr sz="1800">
              <a:latin typeface="Calibri"/>
              <a:cs typeface="Calibri"/>
            </a:endParaRPr>
          </a:p>
          <a:p>
            <a:pPr marL="527050" indent="-514350">
              <a:lnSpc>
                <a:spcPct val="100000"/>
              </a:lnSpc>
              <a:spcBef>
                <a:spcPts val="395"/>
              </a:spcBef>
              <a:buAutoNum type="arabicPeriod"/>
              <a:tabLst>
                <a:tab pos="527050" algn="l"/>
              </a:tabLst>
            </a:pPr>
            <a:r>
              <a:rPr sz="1800" dirty="0">
                <a:latin typeface="Calibri"/>
                <a:cs typeface="Calibri"/>
              </a:rPr>
              <a:t>System</a:t>
            </a:r>
            <a:r>
              <a:rPr sz="1800" spc="-80" dirty="0">
                <a:latin typeface="Calibri"/>
                <a:cs typeface="Calibri"/>
              </a:rPr>
              <a:t> </a:t>
            </a:r>
            <a:r>
              <a:rPr sz="1800" spc="-10" dirty="0">
                <a:latin typeface="Calibri"/>
                <a:cs typeface="Calibri"/>
              </a:rPr>
              <a:t>Architecture</a:t>
            </a:r>
            <a:endParaRPr sz="1800">
              <a:latin typeface="Calibri"/>
              <a:cs typeface="Calibri"/>
            </a:endParaRPr>
          </a:p>
          <a:p>
            <a:pPr marL="527050" indent="-514350">
              <a:lnSpc>
                <a:spcPct val="100000"/>
              </a:lnSpc>
              <a:spcBef>
                <a:spcPts val="320"/>
              </a:spcBef>
              <a:buAutoNum type="arabicPeriod"/>
              <a:tabLst>
                <a:tab pos="527050" algn="l"/>
              </a:tabLst>
            </a:pPr>
            <a:r>
              <a:rPr sz="1800" dirty="0">
                <a:latin typeface="Calibri"/>
                <a:cs typeface="Calibri"/>
              </a:rPr>
              <a:t>Project</a:t>
            </a:r>
            <a:r>
              <a:rPr sz="1800" spc="-100" dirty="0">
                <a:latin typeface="Calibri"/>
                <a:cs typeface="Calibri"/>
              </a:rPr>
              <a:t> </a:t>
            </a:r>
            <a:r>
              <a:rPr sz="1800" spc="-10" dirty="0">
                <a:latin typeface="Calibri"/>
                <a:cs typeface="Calibri"/>
              </a:rPr>
              <a:t>Modules</a:t>
            </a:r>
            <a:endParaRPr sz="1800">
              <a:latin typeface="Calibri"/>
              <a:cs typeface="Calibri"/>
            </a:endParaRPr>
          </a:p>
          <a:p>
            <a:pPr marL="527050" indent="-514350">
              <a:lnSpc>
                <a:spcPct val="100000"/>
              </a:lnSpc>
              <a:spcBef>
                <a:spcPts val="390"/>
              </a:spcBef>
              <a:buAutoNum type="arabicPeriod"/>
              <a:tabLst>
                <a:tab pos="527050" algn="l"/>
              </a:tabLst>
            </a:pPr>
            <a:r>
              <a:rPr sz="1800" spc="-10" dirty="0">
                <a:latin typeface="Calibri"/>
                <a:cs typeface="Calibri"/>
              </a:rPr>
              <a:t>Objectives</a:t>
            </a:r>
            <a:endParaRPr sz="1800">
              <a:latin typeface="Calibri"/>
              <a:cs typeface="Calibri"/>
            </a:endParaRPr>
          </a:p>
          <a:p>
            <a:pPr marL="527050" indent="-514350">
              <a:lnSpc>
                <a:spcPts val="2130"/>
              </a:lnSpc>
              <a:spcBef>
                <a:spcPts val="320"/>
              </a:spcBef>
              <a:buAutoNum type="arabicPeriod"/>
              <a:tabLst>
                <a:tab pos="527050" algn="l"/>
              </a:tabLst>
            </a:pPr>
            <a:r>
              <a:rPr sz="1800" spc="-10" dirty="0">
                <a:latin typeface="Calibri"/>
                <a:cs typeface="Calibri"/>
              </a:rPr>
              <a:t>Co’s</a:t>
            </a:r>
            <a:r>
              <a:rPr sz="1800" spc="-45" dirty="0">
                <a:latin typeface="Calibri"/>
                <a:cs typeface="Calibri"/>
              </a:rPr>
              <a:t> </a:t>
            </a:r>
            <a:r>
              <a:rPr sz="1800" spc="-10" dirty="0">
                <a:latin typeface="Calibri"/>
                <a:cs typeface="Calibri"/>
              </a:rPr>
              <a:t>Attainments</a:t>
            </a:r>
            <a:r>
              <a:rPr sz="1800" spc="-55" dirty="0">
                <a:latin typeface="Calibri"/>
                <a:cs typeface="Calibri"/>
              </a:rPr>
              <a:t> </a:t>
            </a:r>
            <a:r>
              <a:rPr sz="1800" dirty="0">
                <a:latin typeface="Calibri"/>
                <a:cs typeface="Calibri"/>
              </a:rPr>
              <a:t>-</a:t>
            </a:r>
            <a:r>
              <a:rPr sz="1800" spc="-50" dirty="0">
                <a:latin typeface="Calibri"/>
                <a:cs typeface="Calibri"/>
              </a:rPr>
              <a:t> </a:t>
            </a:r>
            <a:r>
              <a:rPr sz="1800" spc="-25" dirty="0">
                <a:latin typeface="Calibri"/>
                <a:cs typeface="Calibri"/>
              </a:rPr>
              <a:t>FWD</a:t>
            </a:r>
            <a:endParaRPr sz="1800">
              <a:latin typeface="Calibri"/>
              <a:cs typeface="Calibri"/>
            </a:endParaRPr>
          </a:p>
          <a:p>
            <a:pPr marL="984885" lvl="1" indent="-514984">
              <a:lnSpc>
                <a:spcPts val="1770"/>
              </a:lnSpc>
              <a:buAutoNum type="arabicPeriod"/>
              <a:tabLst>
                <a:tab pos="984885" algn="l"/>
              </a:tabLst>
            </a:pPr>
            <a:r>
              <a:rPr sz="1500" spc="-25" dirty="0">
                <a:latin typeface="Calibri"/>
                <a:cs typeface="Calibri"/>
              </a:rPr>
              <a:t>Co1</a:t>
            </a:r>
            <a:endParaRPr sz="1500">
              <a:latin typeface="Calibri"/>
              <a:cs typeface="Calibri"/>
            </a:endParaRPr>
          </a:p>
          <a:p>
            <a:pPr marL="984885" lvl="1" indent="-514984">
              <a:lnSpc>
                <a:spcPct val="100000"/>
              </a:lnSpc>
              <a:buAutoNum type="arabicPeriod"/>
              <a:tabLst>
                <a:tab pos="984885" algn="l"/>
              </a:tabLst>
            </a:pPr>
            <a:r>
              <a:rPr sz="1500" dirty="0">
                <a:latin typeface="Calibri"/>
                <a:cs typeface="Calibri"/>
              </a:rPr>
              <a:t>Co2 ……..</a:t>
            </a:r>
            <a:r>
              <a:rPr sz="1500" spc="-65" dirty="0">
                <a:latin typeface="Calibri"/>
                <a:cs typeface="Calibri"/>
              </a:rPr>
              <a:t> </a:t>
            </a:r>
            <a:r>
              <a:rPr sz="1500" dirty="0">
                <a:latin typeface="Calibri"/>
                <a:cs typeface="Calibri"/>
              </a:rPr>
              <a:t>5.</a:t>
            </a:r>
            <a:r>
              <a:rPr sz="1500" spc="10" dirty="0">
                <a:latin typeface="Calibri"/>
                <a:cs typeface="Calibri"/>
              </a:rPr>
              <a:t> </a:t>
            </a:r>
            <a:r>
              <a:rPr sz="1500" spc="-25" dirty="0">
                <a:latin typeface="Calibri"/>
                <a:cs typeface="Calibri"/>
              </a:rPr>
              <a:t>Co5</a:t>
            </a:r>
            <a:endParaRPr sz="1500">
              <a:latin typeface="Calibri"/>
              <a:cs typeface="Calibri"/>
            </a:endParaRPr>
          </a:p>
          <a:p>
            <a:pPr marL="527050" indent="-514350">
              <a:lnSpc>
                <a:spcPts val="2130"/>
              </a:lnSpc>
              <a:spcBef>
                <a:spcPts val="380"/>
              </a:spcBef>
              <a:buAutoNum type="arabicPeriod"/>
              <a:tabLst>
                <a:tab pos="527050" algn="l"/>
              </a:tabLst>
            </a:pPr>
            <a:r>
              <a:rPr sz="1800" spc="-10" dirty="0">
                <a:latin typeface="Calibri"/>
                <a:cs typeface="Calibri"/>
              </a:rPr>
              <a:t>Co’s</a:t>
            </a:r>
            <a:r>
              <a:rPr sz="1800" spc="-45" dirty="0">
                <a:latin typeface="Calibri"/>
                <a:cs typeface="Calibri"/>
              </a:rPr>
              <a:t> </a:t>
            </a:r>
            <a:r>
              <a:rPr sz="1800" spc="-10" dirty="0">
                <a:latin typeface="Calibri"/>
                <a:cs typeface="Calibri"/>
              </a:rPr>
              <a:t>Attainments</a:t>
            </a:r>
            <a:r>
              <a:rPr sz="1800" spc="-55" dirty="0">
                <a:latin typeface="Calibri"/>
                <a:cs typeface="Calibri"/>
              </a:rPr>
              <a:t> </a:t>
            </a:r>
            <a:r>
              <a:rPr sz="1800" dirty="0">
                <a:latin typeface="Calibri"/>
                <a:cs typeface="Calibri"/>
              </a:rPr>
              <a:t>-</a:t>
            </a:r>
            <a:r>
              <a:rPr sz="1800" spc="-50" dirty="0">
                <a:latin typeface="Calibri"/>
                <a:cs typeface="Calibri"/>
              </a:rPr>
              <a:t> </a:t>
            </a:r>
            <a:r>
              <a:rPr sz="1800" spc="-25" dirty="0">
                <a:latin typeface="Calibri"/>
                <a:cs typeface="Calibri"/>
              </a:rPr>
              <a:t>DSA</a:t>
            </a:r>
            <a:endParaRPr sz="1800">
              <a:latin typeface="Calibri"/>
              <a:cs typeface="Calibri"/>
            </a:endParaRPr>
          </a:p>
          <a:p>
            <a:pPr marL="984885" lvl="1" indent="-514984">
              <a:lnSpc>
                <a:spcPts val="1735"/>
              </a:lnSpc>
              <a:buAutoNum type="arabicPeriod"/>
              <a:tabLst>
                <a:tab pos="984885" algn="l"/>
              </a:tabLst>
            </a:pPr>
            <a:r>
              <a:rPr sz="1500" spc="-25" dirty="0">
                <a:latin typeface="Calibri"/>
                <a:cs typeface="Calibri"/>
              </a:rPr>
              <a:t>Co1</a:t>
            </a:r>
            <a:endParaRPr sz="1500">
              <a:latin typeface="Calibri"/>
              <a:cs typeface="Calibri"/>
            </a:endParaRPr>
          </a:p>
          <a:p>
            <a:pPr marL="984885" lvl="1" indent="-514984">
              <a:lnSpc>
                <a:spcPts val="1764"/>
              </a:lnSpc>
              <a:buAutoNum type="arabicPeriod"/>
              <a:tabLst>
                <a:tab pos="984885" algn="l"/>
              </a:tabLst>
            </a:pPr>
            <a:r>
              <a:rPr sz="1500" dirty="0">
                <a:latin typeface="Calibri"/>
                <a:cs typeface="Calibri"/>
              </a:rPr>
              <a:t>Co2 ……..</a:t>
            </a:r>
            <a:r>
              <a:rPr sz="1500" spc="-65" dirty="0">
                <a:latin typeface="Calibri"/>
                <a:cs typeface="Calibri"/>
              </a:rPr>
              <a:t> </a:t>
            </a:r>
            <a:r>
              <a:rPr sz="1500" dirty="0">
                <a:latin typeface="Calibri"/>
                <a:cs typeface="Calibri"/>
              </a:rPr>
              <a:t>5.</a:t>
            </a:r>
            <a:r>
              <a:rPr sz="1500" spc="10" dirty="0">
                <a:latin typeface="Calibri"/>
                <a:cs typeface="Calibri"/>
              </a:rPr>
              <a:t> </a:t>
            </a:r>
            <a:r>
              <a:rPr sz="1500" spc="-25" dirty="0">
                <a:latin typeface="Calibri"/>
                <a:cs typeface="Calibri"/>
              </a:rPr>
              <a:t>Co5</a:t>
            </a:r>
            <a:endParaRPr sz="1500">
              <a:latin typeface="Calibri"/>
              <a:cs typeface="Calibri"/>
            </a:endParaRPr>
          </a:p>
          <a:p>
            <a:pPr marL="527050" indent="-514350">
              <a:lnSpc>
                <a:spcPct val="100000"/>
              </a:lnSpc>
              <a:spcBef>
                <a:spcPts val="375"/>
              </a:spcBef>
              <a:buAutoNum type="arabicPeriod"/>
              <a:tabLst>
                <a:tab pos="527050" algn="l"/>
              </a:tabLst>
            </a:pPr>
            <a:r>
              <a:rPr sz="1800" dirty="0">
                <a:latin typeface="Calibri"/>
                <a:cs typeface="Calibri"/>
              </a:rPr>
              <a:t>Screen</a:t>
            </a:r>
            <a:r>
              <a:rPr sz="1800" spc="-45" dirty="0">
                <a:latin typeface="Calibri"/>
                <a:cs typeface="Calibri"/>
              </a:rPr>
              <a:t> </a:t>
            </a:r>
            <a:r>
              <a:rPr sz="1800" dirty="0">
                <a:latin typeface="Calibri"/>
                <a:cs typeface="Calibri"/>
              </a:rPr>
              <a:t>Shots</a:t>
            </a:r>
            <a:r>
              <a:rPr sz="1800" spc="-30" dirty="0">
                <a:latin typeface="Calibri"/>
                <a:cs typeface="Calibri"/>
              </a:rPr>
              <a:t> </a:t>
            </a:r>
            <a:r>
              <a:rPr sz="1800" dirty="0">
                <a:latin typeface="Calibri"/>
                <a:cs typeface="Calibri"/>
              </a:rPr>
              <a:t>for</a:t>
            </a:r>
            <a:r>
              <a:rPr sz="1800" spc="-25" dirty="0">
                <a:latin typeface="Calibri"/>
                <a:cs typeface="Calibri"/>
              </a:rPr>
              <a:t> </a:t>
            </a:r>
            <a:r>
              <a:rPr sz="1800" dirty="0">
                <a:latin typeface="Calibri"/>
                <a:cs typeface="Calibri"/>
              </a:rPr>
              <a:t>FWD</a:t>
            </a:r>
            <a:r>
              <a:rPr sz="1800" spc="15" dirty="0">
                <a:latin typeface="Calibri"/>
                <a:cs typeface="Calibri"/>
              </a:rPr>
              <a:t> </a:t>
            </a:r>
            <a:r>
              <a:rPr sz="1800" dirty="0">
                <a:latin typeface="Calibri"/>
                <a:cs typeface="Calibri"/>
              </a:rPr>
              <a:t>&amp;</a:t>
            </a:r>
            <a:r>
              <a:rPr sz="1800" spc="-95" dirty="0">
                <a:latin typeface="Calibri"/>
                <a:cs typeface="Calibri"/>
              </a:rPr>
              <a:t> </a:t>
            </a:r>
            <a:r>
              <a:rPr sz="1800" spc="-25" dirty="0">
                <a:latin typeface="Calibri"/>
                <a:cs typeface="Calibri"/>
              </a:rPr>
              <a:t>DSA</a:t>
            </a:r>
            <a:endParaRPr sz="1800">
              <a:latin typeface="Calibri"/>
              <a:cs typeface="Calibri"/>
            </a:endParaRPr>
          </a:p>
          <a:p>
            <a:pPr marL="527050" indent="-514350">
              <a:lnSpc>
                <a:spcPct val="100000"/>
              </a:lnSpc>
              <a:spcBef>
                <a:spcPts val="320"/>
              </a:spcBef>
              <a:buAutoNum type="arabicPeriod"/>
              <a:tabLst>
                <a:tab pos="527050" algn="l"/>
              </a:tabLst>
            </a:pPr>
            <a:r>
              <a:rPr sz="1800" spc="-10" dirty="0">
                <a:latin typeface="Calibri"/>
                <a:cs typeface="Calibri"/>
              </a:rPr>
              <a:t>Conclusion</a:t>
            </a:r>
            <a:endParaRPr sz="1800">
              <a:latin typeface="Calibri"/>
              <a:cs typeface="Calibri"/>
            </a:endParaRPr>
          </a:p>
          <a:p>
            <a:pPr marL="527050" indent="-514350">
              <a:lnSpc>
                <a:spcPct val="100000"/>
              </a:lnSpc>
              <a:spcBef>
                <a:spcPts val="395"/>
              </a:spcBef>
              <a:buAutoNum type="arabicPeriod"/>
              <a:tabLst>
                <a:tab pos="527050" algn="l"/>
              </a:tabLst>
            </a:pPr>
            <a:r>
              <a:rPr sz="1800" spc="-10" dirty="0">
                <a:latin typeface="Calibri"/>
                <a:cs typeface="Calibri"/>
              </a:rPr>
              <a:t>Geo-</a:t>
            </a:r>
            <a:r>
              <a:rPr sz="1800" spc="-25" dirty="0">
                <a:latin typeface="Calibri"/>
                <a:cs typeface="Calibri"/>
              </a:rPr>
              <a:t>Tagged</a:t>
            </a:r>
            <a:r>
              <a:rPr sz="1800" spc="-45" dirty="0">
                <a:latin typeface="Calibri"/>
                <a:cs typeface="Calibri"/>
              </a:rPr>
              <a:t> </a:t>
            </a:r>
            <a:r>
              <a:rPr sz="1800" spc="-10" dirty="0">
                <a:latin typeface="Calibri"/>
                <a:cs typeface="Calibri"/>
              </a:rPr>
              <a:t>Photos</a:t>
            </a:r>
            <a:endParaRPr sz="1800">
              <a:latin typeface="Calibri"/>
              <a:cs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272859" rIns="0" bIns="0" rtlCol="0">
            <a:spAutoFit/>
          </a:bodyPr>
          <a:lstStyle/>
          <a:p>
            <a:pPr marL="2741295">
              <a:lnSpc>
                <a:spcPct val="100000"/>
              </a:lnSpc>
              <a:spcBef>
                <a:spcPts val="130"/>
              </a:spcBef>
            </a:pPr>
            <a:r>
              <a:rPr spc="-50" dirty="0"/>
              <a:t>Abstract</a:t>
            </a:r>
          </a:p>
        </p:txBody>
      </p:sp>
      <p:sp>
        <p:nvSpPr>
          <p:cNvPr id="4" name="object 4"/>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5" name="object 5"/>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6" name="object 6"/>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7" name="object 7"/>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3</a:t>
            </a:fld>
            <a:endParaRPr spc="-25" dirty="0"/>
          </a:p>
        </p:txBody>
      </p:sp>
      <p:sp>
        <p:nvSpPr>
          <p:cNvPr id="3" name="object 3"/>
          <p:cNvSpPr txBox="1">
            <a:spLocks noGrp="1"/>
          </p:cNvSpPr>
          <p:nvPr>
            <p:ph type="body" idx="1"/>
          </p:nvPr>
        </p:nvSpPr>
        <p:spPr>
          <a:prstGeom prst="rect">
            <a:avLst/>
          </a:prstGeom>
        </p:spPr>
        <p:txBody>
          <a:bodyPr vert="horz" wrap="square" lIns="0" tIns="93980" rIns="0" bIns="0" rtlCol="0">
            <a:spAutoFit/>
          </a:bodyPr>
          <a:lstStyle/>
          <a:p>
            <a:pPr marL="12700" marR="7620" algn="just">
              <a:lnSpc>
                <a:spcPct val="80400"/>
              </a:lnSpc>
              <a:spcBef>
                <a:spcPts val="740"/>
              </a:spcBef>
            </a:pPr>
            <a:r>
              <a:rPr sz="2600" dirty="0"/>
              <a:t>NearStitch</a:t>
            </a:r>
            <a:r>
              <a:rPr sz="2600" spc="295" dirty="0"/>
              <a:t> </a:t>
            </a:r>
            <a:r>
              <a:rPr sz="2600" dirty="0"/>
              <a:t>is</a:t>
            </a:r>
            <a:r>
              <a:rPr sz="2600" spc="275" dirty="0"/>
              <a:t> </a:t>
            </a:r>
            <a:r>
              <a:rPr sz="2600" dirty="0"/>
              <a:t>a</a:t>
            </a:r>
            <a:r>
              <a:rPr sz="2600" spc="290" dirty="0"/>
              <a:t> </a:t>
            </a:r>
            <a:r>
              <a:rPr sz="2600" spc="-10" dirty="0"/>
              <a:t>web-</a:t>
            </a:r>
            <a:r>
              <a:rPr sz="2600" dirty="0"/>
              <a:t>based</a:t>
            </a:r>
            <a:r>
              <a:rPr sz="2600" spc="270" dirty="0"/>
              <a:t> </a:t>
            </a:r>
            <a:r>
              <a:rPr sz="2600" dirty="0"/>
              <a:t>tailoring</a:t>
            </a:r>
            <a:r>
              <a:rPr sz="2600" spc="300" dirty="0"/>
              <a:t> </a:t>
            </a:r>
            <a:r>
              <a:rPr sz="2600" dirty="0"/>
              <a:t>service</a:t>
            </a:r>
            <a:r>
              <a:rPr sz="2600" spc="280" dirty="0"/>
              <a:t> </a:t>
            </a:r>
            <a:r>
              <a:rPr sz="2600" dirty="0"/>
              <a:t>platform</a:t>
            </a:r>
            <a:r>
              <a:rPr sz="2600" spc="325" dirty="0"/>
              <a:t> </a:t>
            </a:r>
            <a:r>
              <a:rPr sz="2600" dirty="0"/>
              <a:t>developed</a:t>
            </a:r>
            <a:r>
              <a:rPr sz="2600" spc="295" dirty="0"/>
              <a:t> </a:t>
            </a:r>
            <a:r>
              <a:rPr sz="2600" dirty="0"/>
              <a:t>using</a:t>
            </a:r>
            <a:r>
              <a:rPr sz="2600" spc="280" dirty="0"/>
              <a:t> </a:t>
            </a:r>
            <a:r>
              <a:rPr sz="2600" spc="-10" dirty="0"/>
              <a:t>HTML, </a:t>
            </a:r>
            <a:r>
              <a:rPr sz="2600" dirty="0"/>
              <a:t>CSS,</a:t>
            </a:r>
            <a:r>
              <a:rPr sz="2600" spc="80" dirty="0"/>
              <a:t> </a:t>
            </a:r>
            <a:r>
              <a:rPr sz="2600" dirty="0"/>
              <a:t>and</a:t>
            </a:r>
            <a:r>
              <a:rPr sz="2600" spc="60" dirty="0"/>
              <a:t> </a:t>
            </a:r>
            <a:r>
              <a:rPr sz="2600" dirty="0"/>
              <a:t>JavaScript.</a:t>
            </a:r>
            <a:r>
              <a:rPr sz="2600" spc="90" dirty="0"/>
              <a:t> </a:t>
            </a:r>
            <a:r>
              <a:rPr sz="2600" dirty="0"/>
              <a:t>The</a:t>
            </a:r>
            <a:r>
              <a:rPr sz="2600" spc="40" dirty="0"/>
              <a:t> </a:t>
            </a:r>
            <a:r>
              <a:rPr sz="2600" dirty="0"/>
              <a:t>main</a:t>
            </a:r>
            <a:r>
              <a:rPr sz="2600" spc="85" dirty="0"/>
              <a:t> </a:t>
            </a:r>
            <a:r>
              <a:rPr sz="2600" dirty="0"/>
              <a:t>objective</a:t>
            </a:r>
            <a:r>
              <a:rPr sz="2600" spc="60" dirty="0"/>
              <a:t> </a:t>
            </a:r>
            <a:r>
              <a:rPr sz="2600" dirty="0"/>
              <a:t>of</a:t>
            </a:r>
            <a:r>
              <a:rPr sz="2600" spc="100" dirty="0"/>
              <a:t> </a:t>
            </a:r>
            <a:r>
              <a:rPr sz="2600" dirty="0"/>
              <a:t>the</a:t>
            </a:r>
            <a:r>
              <a:rPr sz="2600" spc="80" dirty="0"/>
              <a:t> </a:t>
            </a:r>
            <a:r>
              <a:rPr sz="2600" dirty="0"/>
              <a:t>system</a:t>
            </a:r>
            <a:r>
              <a:rPr sz="2600" spc="100" dirty="0"/>
              <a:t> </a:t>
            </a:r>
            <a:r>
              <a:rPr sz="2600" dirty="0"/>
              <a:t>is</a:t>
            </a:r>
            <a:r>
              <a:rPr sz="2600" spc="65" dirty="0"/>
              <a:t> </a:t>
            </a:r>
            <a:r>
              <a:rPr sz="2600" dirty="0"/>
              <a:t>to</a:t>
            </a:r>
            <a:r>
              <a:rPr sz="2600" spc="55" dirty="0"/>
              <a:t> </a:t>
            </a:r>
            <a:r>
              <a:rPr sz="2600" dirty="0"/>
              <a:t>connect</a:t>
            </a:r>
            <a:r>
              <a:rPr sz="2600" spc="100" dirty="0"/>
              <a:t> </a:t>
            </a:r>
            <a:r>
              <a:rPr sz="2600" spc="-10" dirty="0"/>
              <a:t>customers </a:t>
            </a:r>
            <a:r>
              <a:rPr sz="2600" dirty="0"/>
              <a:t>with  nearby</a:t>
            </a:r>
            <a:r>
              <a:rPr sz="2600" spc="625" dirty="0"/>
              <a:t> </a:t>
            </a:r>
            <a:r>
              <a:rPr sz="2600" dirty="0"/>
              <a:t>tailoring  shops</a:t>
            </a:r>
            <a:r>
              <a:rPr sz="2600" spc="605" dirty="0"/>
              <a:t> </a:t>
            </a:r>
            <a:r>
              <a:rPr sz="2600" dirty="0"/>
              <a:t>and</a:t>
            </a:r>
            <a:r>
              <a:rPr sz="2600" spc="605" dirty="0"/>
              <a:t> </a:t>
            </a:r>
            <a:r>
              <a:rPr sz="2600" dirty="0"/>
              <a:t>provide</a:t>
            </a:r>
            <a:r>
              <a:rPr sz="2600" spc="595" dirty="0"/>
              <a:t> </a:t>
            </a:r>
            <a:r>
              <a:rPr sz="2600" dirty="0"/>
              <a:t>convenient</a:t>
            </a:r>
            <a:r>
              <a:rPr sz="2600" spc="10" dirty="0"/>
              <a:t>  </a:t>
            </a:r>
            <a:r>
              <a:rPr sz="2600" dirty="0"/>
              <a:t>stitching  services  </a:t>
            </a:r>
            <a:r>
              <a:rPr sz="2600" spc="-20" dirty="0"/>
              <a:t>with </a:t>
            </a:r>
            <a:r>
              <a:rPr sz="2600" dirty="0"/>
              <a:t>pickup</a:t>
            </a:r>
            <a:r>
              <a:rPr sz="2600" spc="480" dirty="0"/>
              <a:t> </a:t>
            </a:r>
            <a:r>
              <a:rPr sz="2600" dirty="0"/>
              <a:t>and</a:t>
            </a:r>
            <a:r>
              <a:rPr sz="2600" spc="450" dirty="0"/>
              <a:t> </a:t>
            </a:r>
            <a:r>
              <a:rPr sz="2600" dirty="0"/>
              <a:t>delivery</a:t>
            </a:r>
            <a:r>
              <a:rPr sz="2600" spc="495" dirty="0"/>
              <a:t> </a:t>
            </a:r>
            <a:r>
              <a:rPr sz="2600" dirty="0"/>
              <a:t>options.</a:t>
            </a:r>
            <a:r>
              <a:rPr sz="2600" spc="475" dirty="0"/>
              <a:t> </a:t>
            </a:r>
            <a:r>
              <a:rPr sz="2600" dirty="0"/>
              <a:t>In</a:t>
            </a:r>
            <a:r>
              <a:rPr sz="2600" spc="434" dirty="0"/>
              <a:t> </a:t>
            </a:r>
            <a:r>
              <a:rPr sz="2600" dirty="0"/>
              <a:t>the</a:t>
            </a:r>
            <a:r>
              <a:rPr sz="2600" spc="475" dirty="0"/>
              <a:t> </a:t>
            </a:r>
            <a:r>
              <a:rPr sz="2600" dirty="0"/>
              <a:t>traditional</a:t>
            </a:r>
            <a:r>
              <a:rPr sz="2600" spc="490" dirty="0"/>
              <a:t> </a:t>
            </a:r>
            <a:r>
              <a:rPr sz="2600" dirty="0"/>
              <a:t>system,</a:t>
            </a:r>
            <a:r>
              <a:rPr sz="2600" spc="505" dirty="0"/>
              <a:t> </a:t>
            </a:r>
            <a:r>
              <a:rPr sz="2600" dirty="0"/>
              <a:t>customers</a:t>
            </a:r>
            <a:r>
              <a:rPr sz="2600" spc="470" dirty="0"/>
              <a:t> </a:t>
            </a:r>
            <a:r>
              <a:rPr sz="2600" dirty="0"/>
              <a:t>often</a:t>
            </a:r>
            <a:r>
              <a:rPr sz="2600" spc="470" dirty="0"/>
              <a:t> </a:t>
            </a:r>
            <a:r>
              <a:rPr sz="2600" spc="-20" dirty="0"/>
              <a:t>face </a:t>
            </a:r>
            <a:r>
              <a:rPr sz="2600" dirty="0"/>
              <a:t>difficulty</a:t>
            </a:r>
            <a:r>
              <a:rPr sz="2600" spc="290" dirty="0"/>
              <a:t> </a:t>
            </a:r>
            <a:r>
              <a:rPr sz="2600" dirty="0"/>
              <a:t>in</a:t>
            </a:r>
            <a:r>
              <a:rPr sz="2600" spc="250" dirty="0"/>
              <a:t> </a:t>
            </a:r>
            <a:r>
              <a:rPr sz="2600" dirty="0"/>
              <a:t>finding</a:t>
            </a:r>
            <a:r>
              <a:rPr sz="2600" spc="270" dirty="0"/>
              <a:t> </a:t>
            </a:r>
            <a:r>
              <a:rPr sz="2600" dirty="0"/>
              <a:t>reliable</a:t>
            </a:r>
            <a:r>
              <a:rPr sz="2600" spc="245" dirty="0"/>
              <a:t> </a:t>
            </a:r>
            <a:r>
              <a:rPr sz="2600" dirty="0"/>
              <a:t>tailors,</a:t>
            </a:r>
            <a:r>
              <a:rPr sz="2600" spc="250" dirty="0"/>
              <a:t> </a:t>
            </a:r>
            <a:r>
              <a:rPr sz="2600" dirty="0"/>
              <a:t>comparing</a:t>
            </a:r>
            <a:r>
              <a:rPr sz="2600" spc="254" dirty="0"/>
              <a:t> </a:t>
            </a:r>
            <a:r>
              <a:rPr sz="2600" dirty="0"/>
              <a:t>services,</a:t>
            </a:r>
            <a:r>
              <a:rPr sz="2600" spc="250" dirty="0"/>
              <a:t> </a:t>
            </a:r>
            <a:r>
              <a:rPr sz="2600" dirty="0"/>
              <a:t>and</a:t>
            </a:r>
            <a:r>
              <a:rPr sz="2600" spc="245" dirty="0"/>
              <a:t> </a:t>
            </a:r>
            <a:r>
              <a:rPr sz="2600" dirty="0"/>
              <a:t>managing</a:t>
            </a:r>
            <a:r>
              <a:rPr sz="2600" spc="295" dirty="0"/>
              <a:t> </a:t>
            </a:r>
            <a:r>
              <a:rPr sz="2600" spc="-10" dirty="0"/>
              <a:t>orders efficiently.</a:t>
            </a:r>
            <a:endParaRPr sz="2600"/>
          </a:p>
          <a:p>
            <a:pPr marL="12700" marR="5080" indent="1315720" algn="just">
              <a:lnSpc>
                <a:spcPct val="80400"/>
              </a:lnSpc>
              <a:spcBef>
                <a:spcPts val="944"/>
              </a:spcBef>
            </a:pPr>
            <a:r>
              <a:rPr sz="2600" dirty="0"/>
              <a:t>The</a:t>
            </a:r>
            <a:r>
              <a:rPr sz="2600" spc="595" dirty="0"/>
              <a:t> </a:t>
            </a:r>
            <a:r>
              <a:rPr sz="2600" dirty="0"/>
              <a:t>proposed</a:t>
            </a:r>
            <a:r>
              <a:rPr sz="2600" spc="620" dirty="0"/>
              <a:t> </a:t>
            </a:r>
            <a:r>
              <a:rPr sz="2600" dirty="0"/>
              <a:t>system</a:t>
            </a:r>
            <a:r>
              <a:rPr sz="2600" spc="5" dirty="0"/>
              <a:t>  </a:t>
            </a:r>
            <a:r>
              <a:rPr sz="2600" dirty="0"/>
              <a:t>provides</a:t>
            </a:r>
            <a:r>
              <a:rPr sz="2600" spc="620" dirty="0"/>
              <a:t> </a:t>
            </a:r>
            <a:r>
              <a:rPr sz="2600" dirty="0"/>
              <a:t>a</a:t>
            </a:r>
            <a:r>
              <a:rPr sz="2600" spc="635" dirty="0"/>
              <a:t> </a:t>
            </a:r>
            <a:r>
              <a:rPr sz="2600" dirty="0"/>
              <a:t>digital  solution</a:t>
            </a:r>
            <a:r>
              <a:rPr sz="2600" spc="620" dirty="0"/>
              <a:t> </a:t>
            </a:r>
            <a:r>
              <a:rPr sz="2600" dirty="0"/>
              <a:t>where  users</a:t>
            </a:r>
            <a:r>
              <a:rPr sz="2600" spc="610" dirty="0"/>
              <a:t> </a:t>
            </a:r>
            <a:r>
              <a:rPr sz="2600" spc="-25" dirty="0"/>
              <a:t>can </a:t>
            </a:r>
            <a:r>
              <a:rPr sz="2600" dirty="0"/>
              <a:t>search</a:t>
            </a:r>
            <a:r>
              <a:rPr sz="2600" spc="70" dirty="0"/>
              <a:t> </a:t>
            </a:r>
            <a:r>
              <a:rPr sz="2600" dirty="0"/>
              <a:t>for</a:t>
            </a:r>
            <a:r>
              <a:rPr sz="2600" spc="55" dirty="0"/>
              <a:t> </a:t>
            </a:r>
            <a:r>
              <a:rPr sz="2600" dirty="0"/>
              <a:t>tailors,</a:t>
            </a:r>
            <a:r>
              <a:rPr sz="2600" spc="60" dirty="0"/>
              <a:t> </a:t>
            </a:r>
            <a:r>
              <a:rPr sz="2600" dirty="0"/>
              <a:t>view</a:t>
            </a:r>
            <a:r>
              <a:rPr sz="2600" spc="85" dirty="0"/>
              <a:t> </a:t>
            </a:r>
            <a:r>
              <a:rPr sz="2600" dirty="0"/>
              <a:t>service</a:t>
            </a:r>
            <a:r>
              <a:rPr sz="2600" spc="45" dirty="0"/>
              <a:t> </a:t>
            </a:r>
            <a:r>
              <a:rPr sz="2600" dirty="0"/>
              <a:t>details,</a:t>
            </a:r>
            <a:r>
              <a:rPr sz="2600" spc="45" dirty="0"/>
              <a:t> </a:t>
            </a:r>
            <a:r>
              <a:rPr sz="2600" dirty="0"/>
              <a:t>check</a:t>
            </a:r>
            <a:r>
              <a:rPr sz="2600" spc="85" dirty="0"/>
              <a:t> </a:t>
            </a:r>
            <a:r>
              <a:rPr sz="2600" dirty="0"/>
              <a:t>ratings,</a:t>
            </a:r>
            <a:r>
              <a:rPr sz="2600" spc="105" dirty="0"/>
              <a:t> </a:t>
            </a:r>
            <a:r>
              <a:rPr sz="2600" dirty="0"/>
              <a:t>and</a:t>
            </a:r>
            <a:r>
              <a:rPr sz="2600" spc="40" dirty="0"/>
              <a:t> </a:t>
            </a:r>
            <a:r>
              <a:rPr sz="2600" dirty="0"/>
              <a:t>place</a:t>
            </a:r>
            <a:r>
              <a:rPr sz="2600" spc="45" dirty="0"/>
              <a:t> </a:t>
            </a:r>
            <a:r>
              <a:rPr sz="2600" dirty="0"/>
              <a:t>stitching</a:t>
            </a:r>
            <a:r>
              <a:rPr sz="2600" spc="95" dirty="0"/>
              <a:t> </a:t>
            </a:r>
            <a:r>
              <a:rPr sz="2600" spc="-10" dirty="0"/>
              <a:t>orders </a:t>
            </a:r>
            <a:r>
              <a:rPr sz="2600" dirty="0"/>
              <a:t>online.</a:t>
            </a:r>
            <a:r>
              <a:rPr sz="2600" spc="170" dirty="0"/>
              <a:t>  </a:t>
            </a:r>
            <a:r>
              <a:rPr sz="2600" dirty="0"/>
              <a:t>The</a:t>
            </a:r>
            <a:r>
              <a:rPr sz="2600" spc="150" dirty="0"/>
              <a:t>  </a:t>
            </a:r>
            <a:r>
              <a:rPr sz="2600" dirty="0"/>
              <a:t>system</a:t>
            </a:r>
            <a:r>
              <a:rPr sz="2600" spc="185" dirty="0"/>
              <a:t>  </a:t>
            </a:r>
            <a:r>
              <a:rPr sz="2600" dirty="0"/>
              <a:t>also</a:t>
            </a:r>
            <a:r>
              <a:rPr sz="2600" spc="150" dirty="0"/>
              <a:t>  </a:t>
            </a:r>
            <a:r>
              <a:rPr sz="2600" dirty="0"/>
              <a:t>provides</a:t>
            </a:r>
            <a:r>
              <a:rPr sz="2600" spc="175" dirty="0"/>
              <a:t>  </a:t>
            </a:r>
            <a:r>
              <a:rPr sz="2600" dirty="0"/>
              <a:t>dashboards</a:t>
            </a:r>
            <a:r>
              <a:rPr sz="2600" spc="190" dirty="0"/>
              <a:t>  </a:t>
            </a:r>
            <a:r>
              <a:rPr sz="2600" dirty="0"/>
              <a:t>for</a:t>
            </a:r>
            <a:r>
              <a:rPr sz="2600" spc="165" dirty="0"/>
              <a:t>  </a:t>
            </a:r>
            <a:r>
              <a:rPr sz="2600" dirty="0"/>
              <a:t>customers,</a:t>
            </a:r>
            <a:r>
              <a:rPr sz="2600" spc="160" dirty="0"/>
              <a:t>  </a:t>
            </a:r>
            <a:r>
              <a:rPr sz="2600" dirty="0"/>
              <a:t>tailors,</a:t>
            </a:r>
            <a:r>
              <a:rPr sz="2600" spc="165" dirty="0"/>
              <a:t>  </a:t>
            </a:r>
            <a:r>
              <a:rPr sz="2600" spc="-25" dirty="0"/>
              <a:t>and </a:t>
            </a:r>
            <a:r>
              <a:rPr sz="2600" dirty="0"/>
              <a:t>administrators</a:t>
            </a:r>
            <a:r>
              <a:rPr sz="2600" spc="275" dirty="0"/>
              <a:t>  </a:t>
            </a:r>
            <a:r>
              <a:rPr sz="2600" dirty="0"/>
              <a:t>to</a:t>
            </a:r>
            <a:r>
              <a:rPr sz="2600" spc="260" dirty="0"/>
              <a:t>  </a:t>
            </a:r>
            <a:r>
              <a:rPr sz="2600" dirty="0"/>
              <a:t>manage</a:t>
            </a:r>
            <a:r>
              <a:rPr sz="2600" spc="285" dirty="0"/>
              <a:t>  </a:t>
            </a:r>
            <a:r>
              <a:rPr sz="2600" dirty="0"/>
              <a:t>services,</a:t>
            </a:r>
            <a:r>
              <a:rPr sz="2600" spc="265" dirty="0"/>
              <a:t>  </a:t>
            </a:r>
            <a:r>
              <a:rPr sz="2600" dirty="0"/>
              <a:t>orders,</a:t>
            </a:r>
            <a:r>
              <a:rPr sz="2600" spc="254" dirty="0"/>
              <a:t>  </a:t>
            </a:r>
            <a:r>
              <a:rPr sz="2600" dirty="0"/>
              <a:t>and</a:t>
            </a:r>
            <a:r>
              <a:rPr sz="2600" spc="260" dirty="0"/>
              <a:t>  </a:t>
            </a:r>
            <a:r>
              <a:rPr sz="2600" dirty="0"/>
              <a:t>analytics.</a:t>
            </a:r>
            <a:r>
              <a:rPr sz="2600" spc="270" dirty="0"/>
              <a:t>  </a:t>
            </a:r>
            <a:r>
              <a:rPr sz="2600" dirty="0"/>
              <a:t>This</a:t>
            </a:r>
            <a:r>
              <a:rPr sz="2600" spc="280" dirty="0"/>
              <a:t>  </a:t>
            </a:r>
            <a:r>
              <a:rPr sz="2600" spc="-10" dirty="0"/>
              <a:t>platform </a:t>
            </a:r>
            <a:r>
              <a:rPr sz="2600" dirty="0"/>
              <a:t>improves</a:t>
            </a:r>
            <a:r>
              <a:rPr sz="2600" spc="80" dirty="0"/>
              <a:t>  </a:t>
            </a:r>
            <a:r>
              <a:rPr sz="2600" dirty="0"/>
              <a:t>convenience,</a:t>
            </a:r>
            <a:r>
              <a:rPr sz="2600" spc="105" dirty="0"/>
              <a:t>  </a:t>
            </a:r>
            <a:r>
              <a:rPr sz="2600" dirty="0"/>
              <a:t>saves</a:t>
            </a:r>
            <a:r>
              <a:rPr sz="2600" spc="70" dirty="0"/>
              <a:t>  </a:t>
            </a:r>
            <a:r>
              <a:rPr sz="2600" dirty="0"/>
              <a:t>time,</a:t>
            </a:r>
            <a:r>
              <a:rPr sz="2600" spc="85" dirty="0"/>
              <a:t>  </a:t>
            </a:r>
            <a:r>
              <a:rPr sz="2600" dirty="0"/>
              <a:t>and</a:t>
            </a:r>
            <a:r>
              <a:rPr sz="2600" spc="80" dirty="0"/>
              <a:t>  </a:t>
            </a:r>
            <a:r>
              <a:rPr sz="2600" dirty="0"/>
              <a:t>enhances</a:t>
            </a:r>
            <a:r>
              <a:rPr sz="2600" spc="110" dirty="0"/>
              <a:t>  </a:t>
            </a:r>
            <a:r>
              <a:rPr sz="2600" dirty="0"/>
              <a:t>accessibility</a:t>
            </a:r>
            <a:r>
              <a:rPr sz="2600" spc="90" dirty="0"/>
              <a:t>  </a:t>
            </a:r>
            <a:r>
              <a:rPr sz="2600" dirty="0"/>
              <a:t>to</a:t>
            </a:r>
            <a:r>
              <a:rPr sz="2600" spc="80" dirty="0"/>
              <a:t>  </a:t>
            </a:r>
            <a:r>
              <a:rPr sz="2600" spc="-10" dirty="0"/>
              <a:t>tailoring </a:t>
            </a:r>
            <a:r>
              <a:rPr sz="2600" dirty="0"/>
              <a:t>services</a:t>
            </a:r>
            <a:r>
              <a:rPr sz="2600" spc="-10" dirty="0"/>
              <a:t> </a:t>
            </a:r>
            <a:r>
              <a:rPr sz="2600" dirty="0"/>
              <a:t>through</a:t>
            </a:r>
            <a:r>
              <a:rPr sz="2600" spc="-50" dirty="0"/>
              <a:t> </a:t>
            </a:r>
            <a:r>
              <a:rPr sz="2600" dirty="0"/>
              <a:t>a</a:t>
            </a:r>
            <a:r>
              <a:rPr sz="2600" spc="-30" dirty="0"/>
              <a:t> </a:t>
            </a:r>
            <a:r>
              <a:rPr sz="2600" spc="-25" dirty="0"/>
              <a:t>user-</a:t>
            </a:r>
            <a:r>
              <a:rPr sz="2600" dirty="0"/>
              <a:t>friendly</a:t>
            </a:r>
            <a:r>
              <a:rPr sz="2600" spc="10" dirty="0"/>
              <a:t> </a:t>
            </a:r>
            <a:r>
              <a:rPr sz="2600" dirty="0"/>
              <a:t>web</a:t>
            </a:r>
            <a:r>
              <a:rPr sz="2600" spc="-5" dirty="0"/>
              <a:t> </a:t>
            </a:r>
            <a:r>
              <a:rPr sz="2600" spc="-10" dirty="0"/>
              <a:t>interface.</a:t>
            </a:r>
            <a:endParaRPr sz="26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628771" y="512063"/>
            <a:ext cx="3401695" cy="701040"/>
          </a:xfrm>
          <a:prstGeom prst="rect">
            <a:avLst/>
          </a:prstGeom>
        </p:spPr>
        <p:txBody>
          <a:bodyPr vert="horz" wrap="square" lIns="0" tIns="16510" rIns="0" bIns="0" rtlCol="0">
            <a:spAutoFit/>
          </a:bodyPr>
          <a:lstStyle/>
          <a:p>
            <a:pPr marL="12700">
              <a:lnSpc>
                <a:spcPct val="100000"/>
              </a:lnSpc>
              <a:spcBef>
                <a:spcPts val="130"/>
              </a:spcBef>
            </a:pPr>
            <a:r>
              <a:rPr spc="-30" dirty="0"/>
              <a:t>Existing</a:t>
            </a:r>
            <a:r>
              <a:rPr spc="-170" dirty="0"/>
              <a:t> </a:t>
            </a:r>
            <a:r>
              <a:rPr spc="-25" dirty="0"/>
              <a:t>System</a:t>
            </a:r>
          </a:p>
        </p:txBody>
      </p:sp>
      <p:sp>
        <p:nvSpPr>
          <p:cNvPr id="4" name="object 4"/>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5" name="object 5"/>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6" name="object 6"/>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7" name="object 7"/>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4</a:t>
            </a:fld>
            <a:endParaRPr spc="-25" dirty="0"/>
          </a:p>
        </p:txBody>
      </p:sp>
      <p:sp>
        <p:nvSpPr>
          <p:cNvPr id="3" name="object 3"/>
          <p:cNvSpPr txBox="1"/>
          <p:nvPr/>
        </p:nvSpPr>
        <p:spPr>
          <a:xfrm>
            <a:off x="2411729" y="1798256"/>
            <a:ext cx="9313545" cy="2747645"/>
          </a:xfrm>
          <a:prstGeom prst="rect">
            <a:avLst/>
          </a:prstGeom>
        </p:spPr>
        <p:txBody>
          <a:bodyPr vert="horz" wrap="square" lIns="0" tIns="15875" rIns="0" bIns="0" rtlCol="0">
            <a:spAutoFit/>
          </a:bodyPr>
          <a:lstStyle/>
          <a:p>
            <a:pPr marL="220979" indent="-208279">
              <a:lnSpc>
                <a:spcPts val="3150"/>
              </a:lnSpc>
              <a:spcBef>
                <a:spcPts val="125"/>
              </a:spcBef>
              <a:buChar char="•"/>
              <a:tabLst>
                <a:tab pos="220979" algn="l"/>
              </a:tabLst>
            </a:pPr>
            <a:r>
              <a:rPr sz="2750" dirty="0">
                <a:latin typeface="Times New Roman"/>
                <a:cs typeface="Times New Roman"/>
              </a:rPr>
              <a:t>Customers</a:t>
            </a:r>
            <a:r>
              <a:rPr sz="2750" spc="95" dirty="0">
                <a:latin typeface="Times New Roman"/>
                <a:cs typeface="Times New Roman"/>
              </a:rPr>
              <a:t> </a:t>
            </a:r>
            <a:r>
              <a:rPr sz="2750" dirty="0">
                <a:latin typeface="Times New Roman"/>
                <a:cs typeface="Times New Roman"/>
              </a:rPr>
              <a:t>must</a:t>
            </a:r>
            <a:r>
              <a:rPr sz="2750" spc="114" dirty="0">
                <a:latin typeface="Times New Roman"/>
                <a:cs typeface="Times New Roman"/>
              </a:rPr>
              <a:t> </a:t>
            </a:r>
            <a:r>
              <a:rPr sz="2750" dirty="0">
                <a:latin typeface="Times New Roman"/>
                <a:cs typeface="Times New Roman"/>
              </a:rPr>
              <a:t>physically</a:t>
            </a:r>
            <a:r>
              <a:rPr sz="2750" spc="100" dirty="0">
                <a:latin typeface="Times New Roman"/>
                <a:cs typeface="Times New Roman"/>
              </a:rPr>
              <a:t> </a:t>
            </a:r>
            <a:r>
              <a:rPr sz="2750" dirty="0">
                <a:latin typeface="Times New Roman"/>
                <a:cs typeface="Times New Roman"/>
              </a:rPr>
              <a:t>visit</a:t>
            </a:r>
            <a:r>
              <a:rPr sz="2750" spc="120" dirty="0">
                <a:latin typeface="Times New Roman"/>
                <a:cs typeface="Times New Roman"/>
              </a:rPr>
              <a:t> </a:t>
            </a:r>
            <a:r>
              <a:rPr sz="2750" dirty="0">
                <a:latin typeface="Times New Roman"/>
                <a:cs typeface="Times New Roman"/>
              </a:rPr>
              <a:t>tailoring</a:t>
            </a:r>
            <a:r>
              <a:rPr sz="2750" spc="100" dirty="0">
                <a:latin typeface="Times New Roman"/>
                <a:cs typeface="Times New Roman"/>
              </a:rPr>
              <a:t> </a:t>
            </a:r>
            <a:r>
              <a:rPr sz="2750" spc="-10" dirty="0">
                <a:latin typeface="Times New Roman"/>
                <a:cs typeface="Times New Roman"/>
              </a:rPr>
              <a:t>shops</a:t>
            </a:r>
            <a:endParaRPr sz="2750">
              <a:latin typeface="Times New Roman"/>
              <a:cs typeface="Times New Roman"/>
            </a:endParaRPr>
          </a:p>
          <a:p>
            <a:pPr marL="222250" indent="-209550">
              <a:lnSpc>
                <a:spcPts val="3005"/>
              </a:lnSpc>
              <a:buChar char="•"/>
              <a:tabLst>
                <a:tab pos="222250" algn="l"/>
              </a:tabLst>
            </a:pPr>
            <a:r>
              <a:rPr sz="2750" dirty="0">
                <a:latin typeface="Times New Roman"/>
                <a:cs typeface="Times New Roman"/>
              </a:rPr>
              <a:t>Difficult</a:t>
            </a:r>
            <a:r>
              <a:rPr sz="2750" spc="60" dirty="0">
                <a:latin typeface="Times New Roman"/>
                <a:cs typeface="Times New Roman"/>
              </a:rPr>
              <a:t> </a:t>
            </a:r>
            <a:r>
              <a:rPr sz="2750" dirty="0">
                <a:latin typeface="Times New Roman"/>
                <a:cs typeface="Times New Roman"/>
              </a:rPr>
              <a:t>to</a:t>
            </a:r>
            <a:r>
              <a:rPr sz="2750" spc="125" dirty="0">
                <a:latin typeface="Times New Roman"/>
                <a:cs typeface="Times New Roman"/>
              </a:rPr>
              <a:t> </a:t>
            </a:r>
            <a:r>
              <a:rPr sz="2750" dirty="0">
                <a:latin typeface="Times New Roman"/>
                <a:cs typeface="Times New Roman"/>
              </a:rPr>
              <a:t>compare</a:t>
            </a:r>
            <a:r>
              <a:rPr sz="2750" spc="50" dirty="0">
                <a:latin typeface="Times New Roman"/>
                <a:cs typeface="Times New Roman"/>
              </a:rPr>
              <a:t> </a:t>
            </a:r>
            <a:r>
              <a:rPr sz="2750" dirty="0">
                <a:latin typeface="Times New Roman"/>
                <a:cs typeface="Times New Roman"/>
              </a:rPr>
              <a:t>tailoring</a:t>
            </a:r>
            <a:r>
              <a:rPr sz="2750" spc="125" dirty="0">
                <a:latin typeface="Times New Roman"/>
                <a:cs typeface="Times New Roman"/>
              </a:rPr>
              <a:t> </a:t>
            </a:r>
            <a:r>
              <a:rPr sz="2750" dirty="0">
                <a:latin typeface="Times New Roman"/>
                <a:cs typeface="Times New Roman"/>
              </a:rPr>
              <a:t>services</a:t>
            </a:r>
            <a:r>
              <a:rPr sz="2750" spc="45" dirty="0">
                <a:latin typeface="Times New Roman"/>
                <a:cs typeface="Times New Roman"/>
              </a:rPr>
              <a:t> </a:t>
            </a:r>
            <a:r>
              <a:rPr sz="2750" dirty="0">
                <a:latin typeface="Times New Roman"/>
                <a:cs typeface="Times New Roman"/>
              </a:rPr>
              <a:t>and</a:t>
            </a:r>
            <a:r>
              <a:rPr sz="2750" spc="125" dirty="0">
                <a:latin typeface="Times New Roman"/>
                <a:cs typeface="Times New Roman"/>
              </a:rPr>
              <a:t> </a:t>
            </a:r>
            <a:r>
              <a:rPr sz="2750" spc="-10" dirty="0">
                <a:latin typeface="Times New Roman"/>
                <a:cs typeface="Times New Roman"/>
              </a:rPr>
              <a:t>prices</a:t>
            </a:r>
            <a:endParaRPr sz="2750">
              <a:latin typeface="Times New Roman"/>
              <a:cs typeface="Times New Roman"/>
            </a:endParaRPr>
          </a:p>
          <a:p>
            <a:pPr marL="222250" indent="-209550">
              <a:lnSpc>
                <a:spcPts val="3045"/>
              </a:lnSpc>
              <a:buChar char="•"/>
              <a:tabLst>
                <a:tab pos="222250" algn="l"/>
              </a:tabLst>
            </a:pPr>
            <a:r>
              <a:rPr sz="2750" dirty="0">
                <a:latin typeface="Times New Roman"/>
                <a:cs typeface="Times New Roman"/>
              </a:rPr>
              <a:t>No</a:t>
            </a:r>
            <a:r>
              <a:rPr sz="2750" spc="100" dirty="0">
                <a:latin typeface="Times New Roman"/>
                <a:cs typeface="Times New Roman"/>
              </a:rPr>
              <a:t> </a:t>
            </a:r>
            <a:r>
              <a:rPr sz="2750" dirty="0">
                <a:latin typeface="Times New Roman"/>
                <a:cs typeface="Times New Roman"/>
              </a:rPr>
              <a:t>centralized</a:t>
            </a:r>
            <a:r>
              <a:rPr sz="2750" spc="110" dirty="0">
                <a:latin typeface="Times New Roman"/>
                <a:cs typeface="Times New Roman"/>
              </a:rPr>
              <a:t> </a:t>
            </a:r>
            <a:r>
              <a:rPr sz="2750" dirty="0">
                <a:latin typeface="Times New Roman"/>
                <a:cs typeface="Times New Roman"/>
              </a:rPr>
              <a:t>platform</a:t>
            </a:r>
            <a:r>
              <a:rPr sz="2750" spc="85" dirty="0">
                <a:latin typeface="Times New Roman"/>
                <a:cs typeface="Times New Roman"/>
              </a:rPr>
              <a:t> </a:t>
            </a:r>
            <a:r>
              <a:rPr sz="2750" dirty="0">
                <a:latin typeface="Times New Roman"/>
                <a:cs typeface="Times New Roman"/>
              </a:rPr>
              <a:t>for</a:t>
            </a:r>
            <a:r>
              <a:rPr sz="2750" spc="125" dirty="0">
                <a:latin typeface="Times New Roman"/>
                <a:cs typeface="Times New Roman"/>
              </a:rPr>
              <a:t> </a:t>
            </a:r>
            <a:r>
              <a:rPr sz="2750" dirty="0">
                <a:latin typeface="Times New Roman"/>
                <a:cs typeface="Times New Roman"/>
              </a:rPr>
              <a:t>tailoring</a:t>
            </a:r>
            <a:r>
              <a:rPr sz="2750" spc="114" dirty="0">
                <a:latin typeface="Times New Roman"/>
                <a:cs typeface="Times New Roman"/>
              </a:rPr>
              <a:t> </a:t>
            </a:r>
            <a:r>
              <a:rPr sz="2750" spc="-10" dirty="0">
                <a:latin typeface="Times New Roman"/>
                <a:cs typeface="Times New Roman"/>
              </a:rPr>
              <a:t>services</a:t>
            </a:r>
            <a:endParaRPr sz="2750">
              <a:latin typeface="Times New Roman"/>
              <a:cs typeface="Times New Roman"/>
            </a:endParaRPr>
          </a:p>
          <a:p>
            <a:pPr marL="220979" indent="-208279">
              <a:lnSpc>
                <a:spcPts val="3040"/>
              </a:lnSpc>
              <a:buChar char="•"/>
              <a:tabLst>
                <a:tab pos="220979" algn="l"/>
              </a:tabLst>
            </a:pPr>
            <a:r>
              <a:rPr sz="2750" dirty="0">
                <a:latin typeface="Times New Roman"/>
                <a:cs typeface="Times New Roman"/>
              </a:rPr>
              <a:t>No</a:t>
            </a:r>
            <a:r>
              <a:rPr sz="2750" spc="80" dirty="0">
                <a:latin typeface="Times New Roman"/>
                <a:cs typeface="Times New Roman"/>
              </a:rPr>
              <a:t> </a:t>
            </a:r>
            <a:r>
              <a:rPr sz="2750" dirty="0">
                <a:latin typeface="Times New Roman"/>
                <a:cs typeface="Times New Roman"/>
              </a:rPr>
              <a:t>online</a:t>
            </a:r>
            <a:r>
              <a:rPr sz="2750" spc="90" dirty="0">
                <a:latin typeface="Times New Roman"/>
                <a:cs typeface="Times New Roman"/>
              </a:rPr>
              <a:t> </a:t>
            </a:r>
            <a:r>
              <a:rPr sz="2750" dirty="0">
                <a:latin typeface="Times New Roman"/>
                <a:cs typeface="Times New Roman"/>
              </a:rPr>
              <a:t>booking</a:t>
            </a:r>
            <a:r>
              <a:rPr sz="2750" spc="90" dirty="0">
                <a:latin typeface="Times New Roman"/>
                <a:cs typeface="Times New Roman"/>
              </a:rPr>
              <a:t> </a:t>
            </a:r>
            <a:r>
              <a:rPr sz="2750" dirty="0">
                <a:latin typeface="Times New Roman"/>
                <a:cs typeface="Times New Roman"/>
              </a:rPr>
              <a:t>facility</a:t>
            </a:r>
            <a:r>
              <a:rPr sz="2750" spc="90" dirty="0">
                <a:latin typeface="Times New Roman"/>
                <a:cs typeface="Times New Roman"/>
              </a:rPr>
              <a:t> </a:t>
            </a:r>
            <a:r>
              <a:rPr sz="2750" spc="-10" dirty="0">
                <a:latin typeface="Times New Roman"/>
                <a:cs typeface="Times New Roman"/>
              </a:rPr>
              <a:t>available</a:t>
            </a:r>
            <a:endParaRPr sz="2750">
              <a:latin typeface="Times New Roman"/>
              <a:cs typeface="Times New Roman"/>
            </a:endParaRPr>
          </a:p>
          <a:p>
            <a:pPr marL="222250" indent="-209550">
              <a:lnSpc>
                <a:spcPts val="3005"/>
              </a:lnSpc>
              <a:buChar char="•"/>
              <a:tabLst>
                <a:tab pos="222250" algn="l"/>
              </a:tabLst>
            </a:pPr>
            <a:r>
              <a:rPr sz="2750" dirty="0">
                <a:latin typeface="Times New Roman"/>
                <a:cs typeface="Times New Roman"/>
              </a:rPr>
              <a:t>Measurements</a:t>
            </a:r>
            <a:r>
              <a:rPr sz="2750" spc="100" dirty="0">
                <a:latin typeface="Times New Roman"/>
                <a:cs typeface="Times New Roman"/>
              </a:rPr>
              <a:t> </a:t>
            </a:r>
            <a:r>
              <a:rPr sz="2750" dirty="0">
                <a:latin typeface="Times New Roman"/>
                <a:cs typeface="Times New Roman"/>
              </a:rPr>
              <a:t>and</a:t>
            </a:r>
            <a:r>
              <a:rPr sz="2750" spc="95" dirty="0">
                <a:latin typeface="Times New Roman"/>
                <a:cs typeface="Times New Roman"/>
              </a:rPr>
              <a:t> </a:t>
            </a:r>
            <a:r>
              <a:rPr sz="2750" dirty="0">
                <a:latin typeface="Times New Roman"/>
                <a:cs typeface="Times New Roman"/>
              </a:rPr>
              <a:t>order</a:t>
            </a:r>
            <a:r>
              <a:rPr sz="2750" spc="30" dirty="0">
                <a:latin typeface="Times New Roman"/>
                <a:cs typeface="Times New Roman"/>
              </a:rPr>
              <a:t> </a:t>
            </a:r>
            <a:r>
              <a:rPr sz="2750" dirty="0">
                <a:latin typeface="Times New Roman"/>
                <a:cs typeface="Times New Roman"/>
              </a:rPr>
              <a:t>details</a:t>
            </a:r>
            <a:r>
              <a:rPr sz="2750" spc="100" dirty="0">
                <a:latin typeface="Times New Roman"/>
                <a:cs typeface="Times New Roman"/>
              </a:rPr>
              <a:t> </a:t>
            </a:r>
            <a:r>
              <a:rPr sz="2750" dirty="0">
                <a:latin typeface="Times New Roman"/>
                <a:cs typeface="Times New Roman"/>
              </a:rPr>
              <a:t>are</a:t>
            </a:r>
            <a:r>
              <a:rPr sz="2750" spc="100" dirty="0">
                <a:latin typeface="Times New Roman"/>
                <a:cs typeface="Times New Roman"/>
              </a:rPr>
              <a:t> </a:t>
            </a:r>
            <a:r>
              <a:rPr sz="2750" dirty="0">
                <a:latin typeface="Times New Roman"/>
                <a:cs typeface="Times New Roman"/>
              </a:rPr>
              <a:t>managed</a:t>
            </a:r>
            <a:r>
              <a:rPr sz="2750" spc="95" dirty="0">
                <a:latin typeface="Times New Roman"/>
                <a:cs typeface="Times New Roman"/>
              </a:rPr>
              <a:t> </a:t>
            </a:r>
            <a:r>
              <a:rPr sz="2750" spc="-10" dirty="0">
                <a:latin typeface="Times New Roman"/>
                <a:cs typeface="Times New Roman"/>
              </a:rPr>
              <a:t>manually</a:t>
            </a:r>
            <a:endParaRPr sz="2750">
              <a:latin typeface="Times New Roman"/>
              <a:cs typeface="Times New Roman"/>
            </a:endParaRPr>
          </a:p>
          <a:p>
            <a:pPr marL="222250" indent="-209550">
              <a:lnSpc>
                <a:spcPts val="3005"/>
              </a:lnSpc>
              <a:buChar char="•"/>
              <a:tabLst>
                <a:tab pos="222250" algn="l"/>
              </a:tabLst>
            </a:pPr>
            <a:r>
              <a:rPr sz="2750" dirty="0">
                <a:latin typeface="Times New Roman"/>
                <a:cs typeface="Times New Roman"/>
              </a:rPr>
              <a:t>Communication</a:t>
            </a:r>
            <a:r>
              <a:rPr sz="2750" spc="85" dirty="0">
                <a:latin typeface="Times New Roman"/>
                <a:cs typeface="Times New Roman"/>
              </a:rPr>
              <a:t> </a:t>
            </a:r>
            <a:r>
              <a:rPr sz="2750" dirty="0">
                <a:latin typeface="Times New Roman"/>
                <a:cs typeface="Times New Roman"/>
              </a:rPr>
              <a:t>between</a:t>
            </a:r>
            <a:r>
              <a:rPr sz="2750" spc="95" dirty="0">
                <a:latin typeface="Times New Roman"/>
                <a:cs typeface="Times New Roman"/>
              </a:rPr>
              <a:t> </a:t>
            </a:r>
            <a:r>
              <a:rPr sz="2750" dirty="0">
                <a:latin typeface="Times New Roman"/>
                <a:cs typeface="Times New Roman"/>
              </a:rPr>
              <a:t>customer</a:t>
            </a:r>
            <a:r>
              <a:rPr sz="2750" spc="25" dirty="0">
                <a:latin typeface="Times New Roman"/>
                <a:cs typeface="Times New Roman"/>
              </a:rPr>
              <a:t> </a:t>
            </a:r>
            <a:r>
              <a:rPr sz="2750" dirty="0">
                <a:latin typeface="Times New Roman"/>
                <a:cs typeface="Times New Roman"/>
              </a:rPr>
              <a:t>and</a:t>
            </a:r>
            <a:r>
              <a:rPr sz="2750" spc="95" dirty="0">
                <a:latin typeface="Times New Roman"/>
                <a:cs typeface="Times New Roman"/>
              </a:rPr>
              <a:t> </a:t>
            </a:r>
            <a:r>
              <a:rPr sz="2750" dirty="0">
                <a:latin typeface="Times New Roman"/>
                <a:cs typeface="Times New Roman"/>
              </a:rPr>
              <a:t>tailor</a:t>
            </a:r>
            <a:r>
              <a:rPr sz="2750" spc="114" dirty="0">
                <a:latin typeface="Times New Roman"/>
                <a:cs typeface="Times New Roman"/>
              </a:rPr>
              <a:t> </a:t>
            </a:r>
            <a:r>
              <a:rPr sz="2750" dirty="0">
                <a:latin typeface="Times New Roman"/>
                <a:cs typeface="Times New Roman"/>
              </a:rPr>
              <a:t>is</a:t>
            </a:r>
            <a:r>
              <a:rPr sz="2750" spc="100" dirty="0">
                <a:latin typeface="Times New Roman"/>
                <a:cs typeface="Times New Roman"/>
              </a:rPr>
              <a:t> </a:t>
            </a:r>
            <a:r>
              <a:rPr sz="2750" dirty="0">
                <a:latin typeface="Times New Roman"/>
                <a:cs typeface="Times New Roman"/>
              </a:rPr>
              <a:t>time</a:t>
            </a:r>
            <a:r>
              <a:rPr sz="2750" spc="100" dirty="0">
                <a:latin typeface="Times New Roman"/>
                <a:cs typeface="Times New Roman"/>
              </a:rPr>
              <a:t> </a:t>
            </a:r>
            <a:r>
              <a:rPr sz="2750" spc="-10" dirty="0">
                <a:latin typeface="Times New Roman"/>
                <a:cs typeface="Times New Roman"/>
              </a:rPr>
              <a:t>consuming</a:t>
            </a:r>
            <a:endParaRPr sz="2750">
              <a:latin typeface="Times New Roman"/>
              <a:cs typeface="Times New Roman"/>
            </a:endParaRPr>
          </a:p>
          <a:p>
            <a:pPr marL="220979" indent="-208279">
              <a:lnSpc>
                <a:spcPts val="3150"/>
              </a:lnSpc>
              <a:buChar char="•"/>
              <a:tabLst>
                <a:tab pos="220979" algn="l"/>
              </a:tabLst>
            </a:pPr>
            <a:r>
              <a:rPr sz="2750" dirty="0">
                <a:latin typeface="Times New Roman"/>
                <a:cs typeface="Times New Roman"/>
              </a:rPr>
              <a:t>No</a:t>
            </a:r>
            <a:r>
              <a:rPr sz="2750" spc="85" dirty="0">
                <a:latin typeface="Times New Roman"/>
                <a:cs typeface="Times New Roman"/>
              </a:rPr>
              <a:t> </a:t>
            </a:r>
            <a:r>
              <a:rPr sz="2750" dirty="0">
                <a:latin typeface="Times New Roman"/>
                <a:cs typeface="Times New Roman"/>
              </a:rPr>
              <a:t>digital</a:t>
            </a:r>
            <a:r>
              <a:rPr sz="2750" spc="100" dirty="0">
                <a:latin typeface="Times New Roman"/>
                <a:cs typeface="Times New Roman"/>
              </a:rPr>
              <a:t> </a:t>
            </a:r>
            <a:r>
              <a:rPr sz="2750" dirty="0">
                <a:latin typeface="Times New Roman"/>
                <a:cs typeface="Times New Roman"/>
              </a:rPr>
              <a:t>tracking</a:t>
            </a:r>
            <a:r>
              <a:rPr sz="2750" spc="85" dirty="0">
                <a:latin typeface="Times New Roman"/>
                <a:cs typeface="Times New Roman"/>
              </a:rPr>
              <a:t> </a:t>
            </a:r>
            <a:r>
              <a:rPr sz="2750" dirty="0">
                <a:latin typeface="Times New Roman"/>
                <a:cs typeface="Times New Roman"/>
              </a:rPr>
              <a:t>of</a:t>
            </a:r>
            <a:r>
              <a:rPr sz="2750" spc="95" dirty="0">
                <a:latin typeface="Times New Roman"/>
                <a:cs typeface="Times New Roman"/>
              </a:rPr>
              <a:t> </a:t>
            </a:r>
            <a:r>
              <a:rPr sz="2750" dirty="0">
                <a:latin typeface="Times New Roman"/>
                <a:cs typeface="Times New Roman"/>
              </a:rPr>
              <a:t>stitching</a:t>
            </a:r>
            <a:r>
              <a:rPr sz="2750" spc="85" dirty="0">
                <a:latin typeface="Times New Roman"/>
                <a:cs typeface="Times New Roman"/>
              </a:rPr>
              <a:t> </a:t>
            </a:r>
            <a:r>
              <a:rPr sz="2750" spc="-10" dirty="0">
                <a:latin typeface="Times New Roman"/>
                <a:cs typeface="Times New Roman"/>
              </a:rPr>
              <a:t>orders</a:t>
            </a:r>
            <a:endParaRPr sz="2750">
              <a:latin typeface="Times New Roman"/>
              <a:cs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430593" rIns="0" bIns="0" rtlCol="0">
            <a:spAutoFit/>
          </a:bodyPr>
          <a:lstStyle/>
          <a:p>
            <a:pPr marL="1382395">
              <a:lnSpc>
                <a:spcPct val="100000"/>
              </a:lnSpc>
              <a:spcBef>
                <a:spcPts val="130"/>
              </a:spcBef>
            </a:pPr>
            <a:r>
              <a:rPr spc="-50" dirty="0"/>
              <a:t>Proposed</a:t>
            </a:r>
            <a:r>
              <a:rPr spc="-180" dirty="0"/>
              <a:t> </a:t>
            </a:r>
            <a:r>
              <a:rPr spc="-40" dirty="0"/>
              <a:t>System</a:t>
            </a:r>
          </a:p>
        </p:txBody>
      </p:sp>
      <p:sp>
        <p:nvSpPr>
          <p:cNvPr id="4" name="object 4"/>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5" name="object 5"/>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6" name="object 6"/>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7" name="object 7"/>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5</a:t>
            </a:fld>
            <a:endParaRPr spc="-25" dirty="0"/>
          </a:p>
        </p:txBody>
      </p:sp>
      <p:sp>
        <p:nvSpPr>
          <p:cNvPr id="3" name="object 3"/>
          <p:cNvSpPr txBox="1"/>
          <p:nvPr/>
        </p:nvSpPr>
        <p:spPr>
          <a:xfrm>
            <a:off x="1756410" y="1654936"/>
            <a:ext cx="9757410" cy="3726179"/>
          </a:xfrm>
          <a:prstGeom prst="rect">
            <a:avLst/>
          </a:prstGeom>
        </p:spPr>
        <p:txBody>
          <a:bodyPr vert="horz" wrap="square" lIns="0" tIns="98425" rIns="0" bIns="0" rtlCol="0">
            <a:spAutoFit/>
          </a:bodyPr>
          <a:lstStyle/>
          <a:p>
            <a:pPr marL="12700">
              <a:lnSpc>
                <a:spcPct val="100000"/>
              </a:lnSpc>
              <a:spcBef>
                <a:spcPts val="775"/>
              </a:spcBef>
            </a:pPr>
            <a:r>
              <a:rPr sz="2750" dirty="0">
                <a:latin typeface="Times New Roman"/>
                <a:cs typeface="Times New Roman"/>
              </a:rPr>
              <a:t>The</a:t>
            </a:r>
            <a:r>
              <a:rPr sz="2750" spc="70" dirty="0">
                <a:latin typeface="Times New Roman"/>
                <a:cs typeface="Times New Roman"/>
              </a:rPr>
              <a:t> </a:t>
            </a:r>
            <a:r>
              <a:rPr sz="2750" dirty="0">
                <a:latin typeface="Times New Roman"/>
                <a:cs typeface="Times New Roman"/>
              </a:rPr>
              <a:t>proposed</a:t>
            </a:r>
            <a:r>
              <a:rPr sz="2750" spc="150" dirty="0">
                <a:latin typeface="Times New Roman"/>
                <a:cs typeface="Times New Roman"/>
              </a:rPr>
              <a:t> </a:t>
            </a:r>
            <a:r>
              <a:rPr sz="2750" dirty="0">
                <a:latin typeface="Times New Roman"/>
                <a:cs typeface="Times New Roman"/>
              </a:rPr>
              <a:t>system</a:t>
            </a:r>
            <a:r>
              <a:rPr sz="2750" spc="114" dirty="0">
                <a:latin typeface="Times New Roman"/>
                <a:cs typeface="Times New Roman"/>
              </a:rPr>
              <a:t> </a:t>
            </a:r>
            <a:r>
              <a:rPr sz="2750" dirty="0">
                <a:latin typeface="Times New Roman"/>
                <a:cs typeface="Times New Roman"/>
              </a:rPr>
              <a:t>introduces</a:t>
            </a:r>
            <a:r>
              <a:rPr sz="2750" spc="155" dirty="0">
                <a:latin typeface="Times New Roman"/>
                <a:cs typeface="Times New Roman"/>
              </a:rPr>
              <a:t> </a:t>
            </a:r>
            <a:r>
              <a:rPr sz="2750" b="1" dirty="0">
                <a:latin typeface="Times New Roman"/>
                <a:cs typeface="Times New Roman"/>
              </a:rPr>
              <a:t>NearStitch</a:t>
            </a:r>
            <a:r>
              <a:rPr sz="2750" dirty="0">
                <a:latin typeface="Times New Roman"/>
                <a:cs typeface="Times New Roman"/>
              </a:rPr>
              <a:t>,</a:t>
            </a:r>
            <a:r>
              <a:rPr sz="2750" spc="165" dirty="0">
                <a:latin typeface="Times New Roman"/>
                <a:cs typeface="Times New Roman"/>
              </a:rPr>
              <a:t> </a:t>
            </a:r>
            <a:r>
              <a:rPr sz="2750" spc="-10" dirty="0">
                <a:latin typeface="Times New Roman"/>
                <a:cs typeface="Times New Roman"/>
              </a:rPr>
              <a:t>which:</a:t>
            </a:r>
            <a:endParaRPr sz="2750">
              <a:latin typeface="Times New Roman"/>
              <a:cs typeface="Times New Roman"/>
            </a:endParaRPr>
          </a:p>
          <a:p>
            <a:pPr marL="225425" indent="-212725">
              <a:lnSpc>
                <a:spcPts val="3190"/>
              </a:lnSpc>
              <a:spcBef>
                <a:spcPts val="680"/>
              </a:spcBef>
              <a:buChar char="•"/>
              <a:tabLst>
                <a:tab pos="225425" algn="l"/>
              </a:tabLst>
            </a:pPr>
            <a:r>
              <a:rPr sz="2750" dirty="0">
                <a:latin typeface="Times New Roman"/>
                <a:cs typeface="Times New Roman"/>
              </a:rPr>
              <a:t>NearStitch</a:t>
            </a:r>
            <a:r>
              <a:rPr sz="2750" spc="100" dirty="0">
                <a:latin typeface="Times New Roman"/>
                <a:cs typeface="Times New Roman"/>
              </a:rPr>
              <a:t> </a:t>
            </a:r>
            <a:r>
              <a:rPr sz="2750" dirty="0">
                <a:latin typeface="Times New Roman"/>
                <a:cs typeface="Times New Roman"/>
              </a:rPr>
              <a:t>provides</a:t>
            </a:r>
            <a:r>
              <a:rPr sz="2750" spc="110" dirty="0">
                <a:latin typeface="Times New Roman"/>
                <a:cs typeface="Times New Roman"/>
              </a:rPr>
              <a:t> </a:t>
            </a:r>
            <a:r>
              <a:rPr sz="2750" dirty="0">
                <a:latin typeface="Times New Roman"/>
                <a:cs typeface="Times New Roman"/>
              </a:rPr>
              <a:t>an</a:t>
            </a:r>
            <a:r>
              <a:rPr sz="2750" spc="105" dirty="0">
                <a:latin typeface="Times New Roman"/>
                <a:cs typeface="Times New Roman"/>
              </a:rPr>
              <a:t> </a:t>
            </a:r>
            <a:r>
              <a:rPr sz="2750" dirty="0">
                <a:latin typeface="Times New Roman"/>
                <a:cs typeface="Times New Roman"/>
              </a:rPr>
              <a:t>online</a:t>
            </a:r>
            <a:r>
              <a:rPr sz="2750" spc="114" dirty="0">
                <a:latin typeface="Times New Roman"/>
                <a:cs typeface="Times New Roman"/>
              </a:rPr>
              <a:t> </a:t>
            </a:r>
            <a:r>
              <a:rPr sz="2750" dirty="0">
                <a:latin typeface="Times New Roman"/>
                <a:cs typeface="Times New Roman"/>
              </a:rPr>
              <a:t>tailoring</a:t>
            </a:r>
            <a:r>
              <a:rPr sz="2750" spc="105" dirty="0">
                <a:latin typeface="Times New Roman"/>
                <a:cs typeface="Times New Roman"/>
              </a:rPr>
              <a:t> </a:t>
            </a:r>
            <a:r>
              <a:rPr sz="2750" spc="-10" dirty="0">
                <a:latin typeface="Times New Roman"/>
                <a:cs typeface="Times New Roman"/>
              </a:rPr>
              <a:t>marketplace</a:t>
            </a:r>
            <a:endParaRPr sz="2750">
              <a:latin typeface="Times New Roman"/>
              <a:cs typeface="Times New Roman"/>
            </a:endParaRPr>
          </a:p>
          <a:p>
            <a:pPr marL="222250" indent="-209550">
              <a:lnSpc>
                <a:spcPts val="3045"/>
              </a:lnSpc>
              <a:buChar char="•"/>
              <a:tabLst>
                <a:tab pos="222250" algn="l"/>
              </a:tabLst>
            </a:pPr>
            <a:r>
              <a:rPr sz="2750" dirty="0">
                <a:latin typeface="Times New Roman"/>
                <a:cs typeface="Times New Roman"/>
              </a:rPr>
              <a:t>Users</a:t>
            </a:r>
            <a:r>
              <a:rPr sz="2750" spc="90" dirty="0">
                <a:latin typeface="Times New Roman"/>
                <a:cs typeface="Times New Roman"/>
              </a:rPr>
              <a:t> </a:t>
            </a:r>
            <a:r>
              <a:rPr sz="2750" dirty="0">
                <a:latin typeface="Times New Roman"/>
                <a:cs typeface="Times New Roman"/>
              </a:rPr>
              <a:t>can</a:t>
            </a:r>
            <a:r>
              <a:rPr sz="2750" spc="95" dirty="0">
                <a:latin typeface="Times New Roman"/>
                <a:cs typeface="Times New Roman"/>
              </a:rPr>
              <a:t> </a:t>
            </a:r>
            <a:r>
              <a:rPr sz="2750" dirty="0">
                <a:latin typeface="Times New Roman"/>
                <a:cs typeface="Times New Roman"/>
              </a:rPr>
              <a:t>search</a:t>
            </a:r>
            <a:r>
              <a:rPr sz="2750" spc="85" dirty="0">
                <a:latin typeface="Times New Roman"/>
                <a:cs typeface="Times New Roman"/>
              </a:rPr>
              <a:t> </a:t>
            </a:r>
            <a:r>
              <a:rPr sz="2750" dirty="0">
                <a:latin typeface="Times New Roman"/>
                <a:cs typeface="Times New Roman"/>
              </a:rPr>
              <a:t>for</a:t>
            </a:r>
            <a:r>
              <a:rPr sz="2750" spc="105" dirty="0">
                <a:latin typeface="Times New Roman"/>
                <a:cs typeface="Times New Roman"/>
              </a:rPr>
              <a:t> </a:t>
            </a:r>
            <a:r>
              <a:rPr sz="2750" dirty="0">
                <a:latin typeface="Times New Roman"/>
                <a:cs typeface="Times New Roman"/>
              </a:rPr>
              <a:t>nearby</a:t>
            </a:r>
            <a:r>
              <a:rPr sz="2750" spc="90" dirty="0">
                <a:latin typeface="Times New Roman"/>
                <a:cs typeface="Times New Roman"/>
              </a:rPr>
              <a:t> </a:t>
            </a:r>
            <a:r>
              <a:rPr sz="2750" dirty="0">
                <a:latin typeface="Times New Roman"/>
                <a:cs typeface="Times New Roman"/>
              </a:rPr>
              <a:t>tailoring</a:t>
            </a:r>
            <a:r>
              <a:rPr sz="2750" spc="95" dirty="0">
                <a:latin typeface="Times New Roman"/>
                <a:cs typeface="Times New Roman"/>
              </a:rPr>
              <a:t> </a:t>
            </a:r>
            <a:r>
              <a:rPr sz="2750" spc="-10" dirty="0">
                <a:latin typeface="Times New Roman"/>
                <a:cs typeface="Times New Roman"/>
              </a:rPr>
              <a:t>shops</a:t>
            </a:r>
            <a:endParaRPr sz="2750">
              <a:latin typeface="Times New Roman"/>
              <a:cs typeface="Times New Roman"/>
            </a:endParaRPr>
          </a:p>
          <a:p>
            <a:pPr marL="221615" indent="-208915">
              <a:lnSpc>
                <a:spcPts val="3005"/>
              </a:lnSpc>
              <a:buChar char="•"/>
              <a:tabLst>
                <a:tab pos="221615" algn="l"/>
              </a:tabLst>
            </a:pPr>
            <a:r>
              <a:rPr sz="2750" dirty="0">
                <a:latin typeface="Times New Roman"/>
                <a:cs typeface="Times New Roman"/>
              </a:rPr>
              <a:t>Tailor</a:t>
            </a:r>
            <a:r>
              <a:rPr sz="2750" spc="95" dirty="0">
                <a:latin typeface="Times New Roman"/>
                <a:cs typeface="Times New Roman"/>
              </a:rPr>
              <a:t> </a:t>
            </a:r>
            <a:r>
              <a:rPr sz="2750" dirty="0">
                <a:latin typeface="Times New Roman"/>
                <a:cs typeface="Times New Roman"/>
              </a:rPr>
              <a:t>profiles</a:t>
            </a:r>
            <a:r>
              <a:rPr sz="2750" spc="85" dirty="0">
                <a:latin typeface="Times New Roman"/>
                <a:cs typeface="Times New Roman"/>
              </a:rPr>
              <a:t> </a:t>
            </a:r>
            <a:r>
              <a:rPr sz="2750" dirty="0">
                <a:latin typeface="Times New Roman"/>
                <a:cs typeface="Times New Roman"/>
              </a:rPr>
              <a:t>with</a:t>
            </a:r>
            <a:r>
              <a:rPr sz="2750" spc="75" dirty="0">
                <a:latin typeface="Times New Roman"/>
                <a:cs typeface="Times New Roman"/>
              </a:rPr>
              <a:t> </a:t>
            </a:r>
            <a:r>
              <a:rPr sz="2750" dirty="0">
                <a:latin typeface="Times New Roman"/>
                <a:cs typeface="Times New Roman"/>
              </a:rPr>
              <a:t>ratings</a:t>
            </a:r>
            <a:r>
              <a:rPr sz="2750" spc="5" dirty="0">
                <a:latin typeface="Times New Roman"/>
                <a:cs typeface="Times New Roman"/>
              </a:rPr>
              <a:t> </a:t>
            </a:r>
            <a:r>
              <a:rPr sz="2750" dirty="0">
                <a:latin typeface="Times New Roman"/>
                <a:cs typeface="Times New Roman"/>
              </a:rPr>
              <a:t>and</a:t>
            </a:r>
            <a:r>
              <a:rPr sz="2750" spc="75" dirty="0">
                <a:latin typeface="Times New Roman"/>
                <a:cs typeface="Times New Roman"/>
              </a:rPr>
              <a:t> </a:t>
            </a:r>
            <a:r>
              <a:rPr sz="2750" dirty="0">
                <a:latin typeface="Times New Roman"/>
                <a:cs typeface="Times New Roman"/>
              </a:rPr>
              <a:t>delivery</a:t>
            </a:r>
            <a:r>
              <a:rPr sz="2750" spc="75" dirty="0">
                <a:latin typeface="Times New Roman"/>
                <a:cs typeface="Times New Roman"/>
              </a:rPr>
              <a:t> </a:t>
            </a:r>
            <a:r>
              <a:rPr sz="2750" dirty="0">
                <a:latin typeface="Times New Roman"/>
                <a:cs typeface="Times New Roman"/>
              </a:rPr>
              <a:t>time</a:t>
            </a:r>
            <a:r>
              <a:rPr sz="2750" spc="85" dirty="0">
                <a:latin typeface="Times New Roman"/>
                <a:cs typeface="Times New Roman"/>
              </a:rPr>
              <a:t> </a:t>
            </a:r>
            <a:r>
              <a:rPr sz="2750" dirty="0">
                <a:latin typeface="Times New Roman"/>
                <a:cs typeface="Times New Roman"/>
              </a:rPr>
              <a:t>are </a:t>
            </a:r>
            <a:r>
              <a:rPr sz="2750" spc="-10" dirty="0">
                <a:latin typeface="Times New Roman"/>
                <a:cs typeface="Times New Roman"/>
              </a:rPr>
              <a:t>displayed</a:t>
            </a:r>
            <a:endParaRPr sz="2750">
              <a:latin typeface="Times New Roman"/>
              <a:cs typeface="Times New Roman"/>
            </a:endParaRPr>
          </a:p>
          <a:p>
            <a:pPr marL="222250" indent="-209550">
              <a:lnSpc>
                <a:spcPts val="3040"/>
              </a:lnSpc>
              <a:buChar char="•"/>
              <a:tabLst>
                <a:tab pos="222250" algn="l"/>
              </a:tabLst>
            </a:pPr>
            <a:r>
              <a:rPr sz="2750" dirty="0">
                <a:latin typeface="Times New Roman"/>
                <a:cs typeface="Times New Roman"/>
              </a:rPr>
              <a:t>Customers</a:t>
            </a:r>
            <a:r>
              <a:rPr sz="2750" spc="100" dirty="0">
                <a:latin typeface="Times New Roman"/>
                <a:cs typeface="Times New Roman"/>
              </a:rPr>
              <a:t> </a:t>
            </a:r>
            <a:r>
              <a:rPr sz="2750" dirty="0">
                <a:latin typeface="Times New Roman"/>
                <a:cs typeface="Times New Roman"/>
              </a:rPr>
              <a:t>can</a:t>
            </a:r>
            <a:r>
              <a:rPr sz="2750" spc="90" dirty="0">
                <a:latin typeface="Times New Roman"/>
                <a:cs typeface="Times New Roman"/>
              </a:rPr>
              <a:t> </a:t>
            </a:r>
            <a:r>
              <a:rPr sz="2750" dirty="0">
                <a:latin typeface="Times New Roman"/>
                <a:cs typeface="Times New Roman"/>
              </a:rPr>
              <a:t>view</a:t>
            </a:r>
            <a:r>
              <a:rPr sz="2750" spc="65" dirty="0">
                <a:latin typeface="Times New Roman"/>
                <a:cs typeface="Times New Roman"/>
              </a:rPr>
              <a:t> </a:t>
            </a:r>
            <a:r>
              <a:rPr sz="2750" dirty="0">
                <a:latin typeface="Times New Roman"/>
                <a:cs typeface="Times New Roman"/>
              </a:rPr>
              <a:t>stitching</a:t>
            </a:r>
            <a:r>
              <a:rPr sz="2750" spc="95" dirty="0">
                <a:latin typeface="Times New Roman"/>
                <a:cs typeface="Times New Roman"/>
              </a:rPr>
              <a:t> </a:t>
            </a:r>
            <a:r>
              <a:rPr sz="2750" dirty="0">
                <a:latin typeface="Times New Roman"/>
                <a:cs typeface="Times New Roman"/>
              </a:rPr>
              <a:t>services</a:t>
            </a:r>
            <a:r>
              <a:rPr sz="2750" spc="95" dirty="0">
                <a:latin typeface="Times New Roman"/>
                <a:cs typeface="Times New Roman"/>
              </a:rPr>
              <a:t> </a:t>
            </a:r>
            <a:r>
              <a:rPr sz="2750" dirty="0">
                <a:latin typeface="Times New Roman"/>
                <a:cs typeface="Times New Roman"/>
              </a:rPr>
              <a:t>and</a:t>
            </a:r>
            <a:r>
              <a:rPr sz="2750" spc="90" dirty="0">
                <a:latin typeface="Times New Roman"/>
                <a:cs typeface="Times New Roman"/>
              </a:rPr>
              <a:t> </a:t>
            </a:r>
            <a:r>
              <a:rPr sz="2750" spc="-10" dirty="0">
                <a:latin typeface="Times New Roman"/>
                <a:cs typeface="Times New Roman"/>
              </a:rPr>
              <a:t>pricing</a:t>
            </a:r>
            <a:endParaRPr sz="2750">
              <a:latin typeface="Times New Roman"/>
              <a:cs typeface="Times New Roman"/>
            </a:endParaRPr>
          </a:p>
          <a:p>
            <a:pPr marL="222250" indent="-209550">
              <a:lnSpc>
                <a:spcPts val="3045"/>
              </a:lnSpc>
              <a:buChar char="•"/>
              <a:tabLst>
                <a:tab pos="222250" algn="l"/>
              </a:tabLst>
            </a:pPr>
            <a:r>
              <a:rPr sz="2750" dirty="0">
                <a:latin typeface="Times New Roman"/>
                <a:cs typeface="Times New Roman"/>
              </a:rPr>
              <a:t>Online</a:t>
            </a:r>
            <a:r>
              <a:rPr sz="2750" spc="85" dirty="0">
                <a:latin typeface="Times New Roman"/>
                <a:cs typeface="Times New Roman"/>
              </a:rPr>
              <a:t> </a:t>
            </a:r>
            <a:r>
              <a:rPr sz="2750" dirty="0">
                <a:latin typeface="Times New Roman"/>
                <a:cs typeface="Times New Roman"/>
              </a:rPr>
              <a:t>booking</a:t>
            </a:r>
            <a:r>
              <a:rPr sz="2750" spc="85" dirty="0">
                <a:latin typeface="Times New Roman"/>
                <a:cs typeface="Times New Roman"/>
              </a:rPr>
              <a:t> </a:t>
            </a:r>
            <a:r>
              <a:rPr sz="2750" dirty="0">
                <a:latin typeface="Times New Roman"/>
                <a:cs typeface="Times New Roman"/>
              </a:rPr>
              <a:t>system</a:t>
            </a:r>
            <a:r>
              <a:rPr sz="2750" spc="140" dirty="0">
                <a:latin typeface="Times New Roman"/>
                <a:cs typeface="Times New Roman"/>
              </a:rPr>
              <a:t> </a:t>
            </a:r>
            <a:r>
              <a:rPr sz="2750" dirty="0">
                <a:latin typeface="Times New Roman"/>
                <a:cs typeface="Times New Roman"/>
              </a:rPr>
              <a:t>is</a:t>
            </a:r>
            <a:r>
              <a:rPr sz="2750" spc="95" dirty="0">
                <a:latin typeface="Times New Roman"/>
                <a:cs typeface="Times New Roman"/>
              </a:rPr>
              <a:t> </a:t>
            </a:r>
            <a:r>
              <a:rPr sz="2750" spc="-10" dirty="0">
                <a:latin typeface="Times New Roman"/>
                <a:cs typeface="Times New Roman"/>
              </a:rPr>
              <a:t>available</a:t>
            </a:r>
            <a:endParaRPr sz="2750">
              <a:latin typeface="Times New Roman"/>
              <a:cs typeface="Times New Roman"/>
            </a:endParaRPr>
          </a:p>
          <a:p>
            <a:pPr marL="221615" indent="-208915">
              <a:lnSpc>
                <a:spcPts val="3005"/>
              </a:lnSpc>
              <a:buChar char="•"/>
              <a:tabLst>
                <a:tab pos="221615" algn="l"/>
              </a:tabLst>
            </a:pPr>
            <a:r>
              <a:rPr sz="2750" dirty="0">
                <a:latin typeface="Times New Roman"/>
                <a:cs typeface="Times New Roman"/>
              </a:rPr>
              <a:t>Measurement</a:t>
            </a:r>
            <a:r>
              <a:rPr sz="2750" spc="105" dirty="0">
                <a:latin typeface="Times New Roman"/>
                <a:cs typeface="Times New Roman"/>
              </a:rPr>
              <a:t> </a:t>
            </a:r>
            <a:r>
              <a:rPr sz="2750" dirty="0">
                <a:latin typeface="Times New Roman"/>
                <a:cs typeface="Times New Roman"/>
              </a:rPr>
              <a:t>files</a:t>
            </a:r>
            <a:r>
              <a:rPr sz="2750" spc="105" dirty="0">
                <a:latin typeface="Times New Roman"/>
                <a:cs typeface="Times New Roman"/>
              </a:rPr>
              <a:t> </a:t>
            </a:r>
            <a:r>
              <a:rPr sz="2750" dirty="0">
                <a:latin typeface="Times New Roman"/>
                <a:cs typeface="Times New Roman"/>
              </a:rPr>
              <a:t>can</a:t>
            </a:r>
            <a:r>
              <a:rPr sz="2750" spc="90" dirty="0">
                <a:latin typeface="Times New Roman"/>
                <a:cs typeface="Times New Roman"/>
              </a:rPr>
              <a:t> </a:t>
            </a:r>
            <a:r>
              <a:rPr sz="2750" dirty="0">
                <a:latin typeface="Times New Roman"/>
                <a:cs typeface="Times New Roman"/>
              </a:rPr>
              <a:t>be</a:t>
            </a:r>
            <a:r>
              <a:rPr sz="2750" spc="105" dirty="0">
                <a:latin typeface="Times New Roman"/>
                <a:cs typeface="Times New Roman"/>
              </a:rPr>
              <a:t> </a:t>
            </a:r>
            <a:r>
              <a:rPr sz="2750" dirty="0">
                <a:latin typeface="Times New Roman"/>
                <a:cs typeface="Times New Roman"/>
              </a:rPr>
              <a:t>uploaded</a:t>
            </a:r>
            <a:r>
              <a:rPr sz="2750" spc="100" dirty="0">
                <a:latin typeface="Times New Roman"/>
                <a:cs typeface="Times New Roman"/>
              </a:rPr>
              <a:t> </a:t>
            </a:r>
            <a:r>
              <a:rPr sz="2750" spc="-10" dirty="0">
                <a:latin typeface="Times New Roman"/>
                <a:cs typeface="Times New Roman"/>
              </a:rPr>
              <a:t>digitally</a:t>
            </a:r>
            <a:endParaRPr sz="2750">
              <a:latin typeface="Times New Roman"/>
              <a:cs typeface="Times New Roman"/>
            </a:endParaRPr>
          </a:p>
          <a:p>
            <a:pPr marL="222250" indent="-209550">
              <a:lnSpc>
                <a:spcPts val="3005"/>
              </a:lnSpc>
              <a:buChar char="•"/>
              <a:tabLst>
                <a:tab pos="222250" algn="l"/>
              </a:tabLst>
            </a:pPr>
            <a:r>
              <a:rPr sz="2750" dirty="0">
                <a:latin typeface="Times New Roman"/>
                <a:cs typeface="Times New Roman"/>
              </a:rPr>
              <a:t>Pickup</a:t>
            </a:r>
            <a:r>
              <a:rPr sz="2750" spc="75" dirty="0">
                <a:latin typeface="Times New Roman"/>
                <a:cs typeface="Times New Roman"/>
              </a:rPr>
              <a:t> </a:t>
            </a:r>
            <a:r>
              <a:rPr sz="2750" dirty="0">
                <a:latin typeface="Times New Roman"/>
                <a:cs typeface="Times New Roman"/>
              </a:rPr>
              <a:t>date</a:t>
            </a:r>
            <a:r>
              <a:rPr sz="2750" spc="85" dirty="0">
                <a:latin typeface="Times New Roman"/>
                <a:cs typeface="Times New Roman"/>
              </a:rPr>
              <a:t> </a:t>
            </a:r>
            <a:r>
              <a:rPr sz="2750" dirty="0">
                <a:latin typeface="Times New Roman"/>
                <a:cs typeface="Times New Roman"/>
              </a:rPr>
              <a:t>and</a:t>
            </a:r>
            <a:r>
              <a:rPr sz="2750" spc="75" dirty="0">
                <a:latin typeface="Times New Roman"/>
                <a:cs typeface="Times New Roman"/>
              </a:rPr>
              <a:t> </a:t>
            </a:r>
            <a:r>
              <a:rPr sz="2750" dirty="0">
                <a:latin typeface="Times New Roman"/>
                <a:cs typeface="Times New Roman"/>
              </a:rPr>
              <a:t>time</a:t>
            </a:r>
            <a:r>
              <a:rPr sz="2750" spc="5" dirty="0">
                <a:latin typeface="Times New Roman"/>
                <a:cs typeface="Times New Roman"/>
              </a:rPr>
              <a:t> </a:t>
            </a:r>
            <a:r>
              <a:rPr sz="2750" dirty="0">
                <a:latin typeface="Times New Roman"/>
                <a:cs typeface="Times New Roman"/>
              </a:rPr>
              <a:t>can</a:t>
            </a:r>
            <a:r>
              <a:rPr sz="2750" spc="75" dirty="0">
                <a:latin typeface="Times New Roman"/>
                <a:cs typeface="Times New Roman"/>
              </a:rPr>
              <a:t> </a:t>
            </a:r>
            <a:r>
              <a:rPr sz="2750" dirty="0">
                <a:latin typeface="Times New Roman"/>
                <a:cs typeface="Times New Roman"/>
              </a:rPr>
              <a:t>be</a:t>
            </a:r>
            <a:r>
              <a:rPr sz="2750" spc="85" dirty="0">
                <a:latin typeface="Times New Roman"/>
                <a:cs typeface="Times New Roman"/>
              </a:rPr>
              <a:t> </a:t>
            </a:r>
            <a:r>
              <a:rPr sz="2750" spc="-10" dirty="0">
                <a:latin typeface="Times New Roman"/>
                <a:cs typeface="Times New Roman"/>
              </a:rPr>
              <a:t>selected</a:t>
            </a:r>
            <a:endParaRPr sz="2750">
              <a:latin typeface="Times New Roman"/>
              <a:cs typeface="Times New Roman"/>
            </a:endParaRPr>
          </a:p>
          <a:p>
            <a:pPr marL="222250" indent="-209550">
              <a:lnSpc>
                <a:spcPts val="3150"/>
              </a:lnSpc>
              <a:buChar char="•"/>
              <a:tabLst>
                <a:tab pos="222250" algn="l"/>
              </a:tabLst>
            </a:pPr>
            <a:r>
              <a:rPr sz="2750" dirty="0">
                <a:latin typeface="Times New Roman"/>
                <a:cs typeface="Times New Roman"/>
              </a:rPr>
              <a:t>Separate</a:t>
            </a:r>
            <a:r>
              <a:rPr sz="2750" spc="50" dirty="0">
                <a:latin typeface="Times New Roman"/>
                <a:cs typeface="Times New Roman"/>
              </a:rPr>
              <a:t> </a:t>
            </a:r>
            <a:r>
              <a:rPr sz="2750" dirty="0">
                <a:latin typeface="Times New Roman"/>
                <a:cs typeface="Times New Roman"/>
              </a:rPr>
              <a:t>dashboards</a:t>
            </a:r>
            <a:r>
              <a:rPr sz="2750" spc="50" dirty="0">
                <a:latin typeface="Times New Roman"/>
                <a:cs typeface="Times New Roman"/>
              </a:rPr>
              <a:t> </a:t>
            </a:r>
            <a:r>
              <a:rPr sz="2750" dirty="0">
                <a:latin typeface="Times New Roman"/>
                <a:cs typeface="Times New Roman"/>
              </a:rPr>
              <a:t>are</a:t>
            </a:r>
            <a:r>
              <a:rPr sz="2750" spc="55" dirty="0">
                <a:latin typeface="Times New Roman"/>
                <a:cs typeface="Times New Roman"/>
              </a:rPr>
              <a:t> </a:t>
            </a:r>
            <a:r>
              <a:rPr sz="2750" dirty="0">
                <a:latin typeface="Times New Roman"/>
                <a:cs typeface="Times New Roman"/>
              </a:rPr>
              <a:t>available</a:t>
            </a:r>
            <a:r>
              <a:rPr sz="2750" spc="50" dirty="0">
                <a:latin typeface="Times New Roman"/>
                <a:cs typeface="Times New Roman"/>
              </a:rPr>
              <a:t> </a:t>
            </a:r>
            <a:r>
              <a:rPr sz="2750" dirty="0">
                <a:latin typeface="Times New Roman"/>
                <a:cs typeface="Times New Roman"/>
              </a:rPr>
              <a:t>for</a:t>
            </a:r>
            <a:r>
              <a:rPr sz="2750" spc="60" dirty="0">
                <a:latin typeface="Times New Roman"/>
                <a:cs typeface="Times New Roman"/>
              </a:rPr>
              <a:t> </a:t>
            </a:r>
            <a:r>
              <a:rPr sz="2750" dirty="0">
                <a:latin typeface="Times New Roman"/>
                <a:cs typeface="Times New Roman"/>
              </a:rPr>
              <a:t>Customer,</a:t>
            </a:r>
            <a:r>
              <a:rPr sz="2750" spc="-20" dirty="0">
                <a:latin typeface="Times New Roman"/>
                <a:cs typeface="Times New Roman"/>
              </a:rPr>
              <a:t> </a:t>
            </a:r>
            <a:r>
              <a:rPr sz="2750" dirty="0">
                <a:latin typeface="Times New Roman"/>
                <a:cs typeface="Times New Roman"/>
              </a:rPr>
              <a:t>Tailor,</a:t>
            </a:r>
            <a:r>
              <a:rPr sz="2750" spc="65" dirty="0">
                <a:latin typeface="Times New Roman"/>
                <a:cs typeface="Times New Roman"/>
              </a:rPr>
              <a:t> </a:t>
            </a:r>
            <a:r>
              <a:rPr sz="2750" dirty="0">
                <a:latin typeface="Times New Roman"/>
                <a:cs typeface="Times New Roman"/>
              </a:rPr>
              <a:t>and</a:t>
            </a:r>
            <a:r>
              <a:rPr sz="2750" spc="-114" dirty="0">
                <a:latin typeface="Times New Roman"/>
                <a:cs typeface="Times New Roman"/>
              </a:rPr>
              <a:t> </a:t>
            </a:r>
            <a:r>
              <a:rPr sz="2750" spc="-10" dirty="0">
                <a:latin typeface="Times New Roman"/>
                <a:cs typeface="Times New Roman"/>
              </a:rPr>
              <a:t>Admin</a:t>
            </a:r>
            <a:endParaRPr sz="2750">
              <a:latin typeface="Times New Roman"/>
              <a:cs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08842" y="2478922"/>
            <a:ext cx="7687945" cy="1288097"/>
          </a:xfrm>
          <a:prstGeom prst="rect">
            <a:avLst/>
          </a:prstGeom>
        </p:spPr>
        <p:txBody>
          <a:bodyPr vert="horz" wrap="square" lIns="0" tIns="16510" rIns="0" bIns="0" rtlCol="0">
            <a:spAutoFit/>
          </a:bodyPr>
          <a:lstStyle/>
          <a:p>
            <a:pPr marL="1876425">
              <a:lnSpc>
                <a:spcPct val="100000"/>
              </a:lnSpc>
              <a:spcBef>
                <a:spcPts val="130"/>
              </a:spcBef>
            </a:pPr>
            <a:r>
              <a:rPr spc="-70" dirty="0"/>
              <a:t>System</a:t>
            </a:r>
            <a:r>
              <a:rPr spc="-145" dirty="0"/>
              <a:t> </a:t>
            </a:r>
            <a:r>
              <a:rPr spc="-35" dirty="0"/>
              <a:t>Architecture</a:t>
            </a:r>
          </a:p>
        </p:txBody>
      </p:sp>
      <p:sp>
        <p:nvSpPr>
          <p:cNvPr id="3" name="object 3"/>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4" name="object 4"/>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5" name="object 5"/>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6" name="object 6"/>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6</a:t>
            </a:fld>
            <a:endParaRPr spc="-25" dirty="0"/>
          </a:p>
        </p:txBody>
      </p:sp>
      <p:pic>
        <p:nvPicPr>
          <p:cNvPr id="8" name="Picture 7">
            <a:extLst>
              <a:ext uri="{FF2B5EF4-FFF2-40B4-BE49-F238E27FC236}">
                <a16:creationId xmlns:a16="http://schemas.microsoft.com/office/drawing/2014/main" id="{B0F17425-6E40-AAB7-AEFD-0C74C4695EB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86400" y="152400"/>
            <a:ext cx="4677018" cy="61722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289171" y="167068"/>
            <a:ext cx="3626485" cy="701040"/>
          </a:xfrm>
          <a:prstGeom prst="rect">
            <a:avLst/>
          </a:prstGeom>
        </p:spPr>
        <p:txBody>
          <a:bodyPr vert="horz" wrap="square" lIns="0" tIns="16510" rIns="0" bIns="0" rtlCol="0">
            <a:spAutoFit/>
          </a:bodyPr>
          <a:lstStyle/>
          <a:p>
            <a:pPr marL="12700">
              <a:lnSpc>
                <a:spcPct val="100000"/>
              </a:lnSpc>
              <a:spcBef>
                <a:spcPts val="130"/>
              </a:spcBef>
            </a:pPr>
            <a:r>
              <a:rPr spc="-35" dirty="0"/>
              <a:t>Project</a:t>
            </a:r>
            <a:r>
              <a:rPr spc="-180" dirty="0"/>
              <a:t> </a:t>
            </a:r>
            <a:r>
              <a:rPr spc="-30" dirty="0"/>
              <a:t>Modules</a:t>
            </a:r>
          </a:p>
        </p:txBody>
      </p:sp>
      <p:sp>
        <p:nvSpPr>
          <p:cNvPr id="5" name="object 5"/>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6" name="object 6"/>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7" name="object 7"/>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8" name="object 8"/>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7</a:t>
            </a:fld>
            <a:endParaRPr spc="-25" dirty="0"/>
          </a:p>
        </p:txBody>
      </p:sp>
      <p:sp>
        <p:nvSpPr>
          <p:cNvPr id="3" name="object 3"/>
          <p:cNvSpPr txBox="1"/>
          <p:nvPr/>
        </p:nvSpPr>
        <p:spPr>
          <a:xfrm>
            <a:off x="844550" y="1498536"/>
            <a:ext cx="4533900" cy="3339465"/>
          </a:xfrm>
          <a:prstGeom prst="rect">
            <a:avLst/>
          </a:prstGeom>
        </p:spPr>
        <p:txBody>
          <a:bodyPr vert="horz" wrap="square" lIns="0" tIns="12700" rIns="0" bIns="0" rtlCol="0">
            <a:spAutoFit/>
          </a:bodyPr>
          <a:lstStyle/>
          <a:p>
            <a:pPr marL="12700">
              <a:lnSpc>
                <a:spcPct val="100000"/>
              </a:lnSpc>
              <a:spcBef>
                <a:spcPts val="100"/>
              </a:spcBef>
            </a:pPr>
            <a:r>
              <a:rPr sz="2400" b="1" dirty="0">
                <a:latin typeface="Times New Roman"/>
                <a:cs typeface="Times New Roman"/>
              </a:rPr>
              <a:t>Customer</a:t>
            </a:r>
            <a:r>
              <a:rPr sz="2400" b="1" spc="-85" dirty="0">
                <a:latin typeface="Times New Roman"/>
                <a:cs typeface="Times New Roman"/>
              </a:rPr>
              <a:t> </a:t>
            </a:r>
            <a:r>
              <a:rPr sz="2400" b="1" spc="-10" dirty="0">
                <a:latin typeface="Times New Roman"/>
                <a:cs typeface="Times New Roman"/>
              </a:rPr>
              <a:t>Module</a:t>
            </a:r>
            <a:endParaRPr sz="2400">
              <a:latin typeface="Times New Roman"/>
              <a:cs typeface="Times New Roman"/>
            </a:endParaRPr>
          </a:p>
          <a:p>
            <a:pPr marL="193040" indent="-180340">
              <a:lnSpc>
                <a:spcPts val="2455"/>
              </a:lnSpc>
              <a:spcBef>
                <a:spcPts val="125"/>
              </a:spcBef>
              <a:buChar char="•"/>
              <a:tabLst>
                <a:tab pos="193040" algn="l"/>
              </a:tabLst>
            </a:pPr>
            <a:r>
              <a:rPr sz="2400" dirty="0">
                <a:latin typeface="Times New Roman"/>
                <a:cs typeface="Times New Roman"/>
              </a:rPr>
              <a:t>Search</a:t>
            </a:r>
            <a:r>
              <a:rPr sz="2400" spc="-40" dirty="0">
                <a:latin typeface="Times New Roman"/>
                <a:cs typeface="Times New Roman"/>
              </a:rPr>
              <a:t> </a:t>
            </a:r>
            <a:r>
              <a:rPr sz="2400" dirty="0">
                <a:latin typeface="Times New Roman"/>
                <a:cs typeface="Times New Roman"/>
              </a:rPr>
              <a:t>for</a:t>
            </a:r>
            <a:r>
              <a:rPr sz="2400" spc="-10" dirty="0">
                <a:latin typeface="Times New Roman"/>
                <a:cs typeface="Times New Roman"/>
              </a:rPr>
              <a:t> </a:t>
            </a:r>
            <a:r>
              <a:rPr sz="2400" dirty="0">
                <a:latin typeface="Times New Roman"/>
                <a:cs typeface="Times New Roman"/>
              </a:rPr>
              <a:t>nearby</a:t>
            </a:r>
            <a:r>
              <a:rPr sz="2400" spc="-25" dirty="0">
                <a:latin typeface="Times New Roman"/>
                <a:cs typeface="Times New Roman"/>
              </a:rPr>
              <a:t> </a:t>
            </a:r>
            <a:r>
              <a:rPr sz="2400" dirty="0">
                <a:latin typeface="Times New Roman"/>
                <a:cs typeface="Times New Roman"/>
              </a:rPr>
              <a:t>tailoring</a:t>
            </a:r>
            <a:r>
              <a:rPr sz="2400" spc="-2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193040" indent="-180340">
              <a:lnSpc>
                <a:spcPts val="2030"/>
              </a:lnSpc>
              <a:buChar char="•"/>
              <a:tabLst>
                <a:tab pos="193040" algn="l"/>
              </a:tabLst>
            </a:pPr>
            <a:r>
              <a:rPr sz="2400" spc="-25" dirty="0">
                <a:latin typeface="Times New Roman"/>
                <a:cs typeface="Times New Roman"/>
              </a:rPr>
              <a:t>View</a:t>
            </a:r>
            <a:r>
              <a:rPr sz="2400" spc="-40" dirty="0">
                <a:latin typeface="Times New Roman"/>
                <a:cs typeface="Times New Roman"/>
              </a:rPr>
              <a:t> </a:t>
            </a:r>
            <a:r>
              <a:rPr sz="2400" dirty="0">
                <a:latin typeface="Times New Roman"/>
                <a:cs typeface="Times New Roman"/>
              </a:rPr>
              <a:t>tailor</a:t>
            </a:r>
            <a:r>
              <a:rPr sz="2400" spc="-75" dirty="0">
                <a:latin typeface="Times New Roman"/>
                <a:cs typeface="Times New Roman"/>
              </a:rPr>
              <a:t> </a:t>
            </a:r>
            <a:r>
              <a:rPr sz="2400" dirty="0">
                <a:latin typeface="Times New Roman"/>
                <a:cs typeface="Times New Roman"/>
              </a:rPr>
              <a:t>profiles</a:t>
            </a:r>
            <a:r>
              <a:rPr sz="2400" spc="-60" dirty="0">
                <a:latin typeface="Times New Roman"/>
                <a:cs typeface="Times New Roman"/>
              </a:rPr>
              <a:t> </a:t>
            </a:r>
            <a:r>
              <a:rPr sz="2400" dirty="0">
                <a:latin typeface="Times New Roman"/>
                <a:cs typeface="Times New Roman"/>
              </a:rPr>
              <a:t>and</a:t>
            </a:r>
            <a:r>
              <a:rPr sz="2400" spc="-25"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193040" indent="-180340">
              <a:lnSpc>
                <a:spcPts val="2025"/>
              </a:lnSpc>
              <a:buChar char="•"/>
              <a:tabLst>
                <a:tab pos="193040" algn="l"/>
              </a:tabLst>
            </a:pPr>
            <a:r>
              <a:rPr sz="2400" dirty="0">
                <a:latin typeface="Times New Roman"/>
                <a:cs typeface="Times New Roman"/>
              </a:rPr>
              <a:t>Select</a:t>
            </a:r>
            <a:r>
              <a:rPr sz="2400" spc="-45" dirty="0">
                <a:latin typeface="Times New Roman"/>
                <a:cs typeface="Times New Roman"/>
              </a:rPr>
              <a:t> </a:t>
            </a:r>
            <a:r>
              <a:rPr sz="2400" dirty="0">
                <a:latin typeface="Times New Roman"/>
                <a:cs typeface="Times New Roman"/>
              </a:rPr>
              <a:t>stitching</a:t>
            </a:r>
            <a:r>
              <a:rPr sz="2400" spc="-45" dirty="0">
                <a:latin typeface="Times New Roman"/>
                <a:cs typeface="Times New Roman"/>
              </a:rPr>
              <a:t> </a:t>
            </a:r>
            <a:r>
              <a:rPr sz="2400" spc="-10" dirty="0">
                <a:latin typeface="Times New Roman"/>
                <a:cs typeface="Times New Roman"/>
              </a:rPr>
              <a:t>service</a:t>
            </a:r>
            <a:endParaRPr sz="2400">
              <a:latin typeface="Times New Roman"/>
              <a:cs typeface="Times New Roman"/>
            </a:endParaRPr>
          </a:p>
          <a:p>
            <a:pPr marL="193040" indent="-180340">
              <a:lnSpc>
                <a:spcPts val="2030"/>
              </a:lnSpc>
              <a:buChar char="•"/>
              <a:tabLst>
                <a:tab pos="193040" algn="l"/>
              </a:tabLst>
            </a:pPr>
            <a:r>
              <a:rPr sz="2400" dirty="0">
                <a:latin typeface="Times New Roman"/>
                <a:cs typeface="Times New Roman"/>
              </a:rPr>
              <a:t>Upload</a:t>
            </a:r>
            <a:r>
              <a:rPr sz="2400" spc="-35" dirty="0">
                <a:latin typeface="Times New Roman"/>
                <a:cs typeface="Times New Roman"/>
              </a:rPr>
              <a:t> </a:t>
            </a:r>
            <a:r>
              <a:rPr sz="2400" dirty="0">
                <a:latin typeface="Times New Roman"/>
                <a:cs typeface="Times New Roman"/>
              </a:rPr>
              <a:t>measurement</a:t>
            </a:r>
            <a:r>
              <a:rPr sz="2400" spc="-30" dirty="0">
                <a:latin typeface="Times New Roman"/>
                <a:cs typeface="Times New Roman"/>
              </a:rPr>
              <a:t> </a:t>
            </a:r>
            <a:r>
              <a:rPr sz="2400" spc="-20" dirty="0">
                <a:latin typeface="Times New Roman"/>
                <a:cs typeface="Times New Roman"/>
              </a:rPr>
              <a:t>files</a:t>
            </a:r>
            <a:endParaRPr sz="2400">
              <a:latin typeface="Times New Roman"/>
              <a:cs typeface="Times New Roman"/>
            </a:endParaRPr>
          </a:p>
          <a:p>
            <a:pPr marL="193040" indent="-180340">
              <a:lnSpc>
                <a:spcPts val="2455"/>
              </a:lnSpc>
              <a:buChar char="•"/>
              <a:tabLst>
                <a:tab pos="193040" algn="l"/>
              </a:tabLst>
            </a:pPr>
            <a:r>
              <a:rPr sz="2400" dirty="0">
                <a:latin typeface="Times New Roman"/>
                <a:cs typeface="Times New Roman"/>
              </a:rPr>
              <a:t>Book</a:t>
            </a:r>
            <a:r>
              <a:rPr sz="2400" spc="-5" dirty="0">
                <a:latin typeface="Times New Roman"/>
                <a:cs typeface="Times New Roman"/>
              </a:rPr>
              <a:t> </a:t>
            </a:r>
            <a:r>
              <a:rPr sz="2400" dirty="0">
                <a:latin typeface="Times New Roman"/>
                <a:cs typeface="Times New Roman"/>
              </a:rPr>
              <a:t>stitching </a:t>
            </a:r>
            <a:r>
              <a:rPr sz="2400" spc="-10" dirty="0">
                <a:latin typeface="Times New Roman"/>
                <a:cs typeface="Times New Roman"/>
              </a:rPr>
              <a:t>orders</a:t>
            </a:r>
            <a:endParaRPr sz="2400">
              <a:latin typeface="Times New Roman"/>
              <a:cs typeface="Times New Roman"/>
            </a:endParaRPr>
          </a:p>
          <a:p>
            <a:pPr marL="12700">
              <a:lnSpc>
                <a:spcPct val="100000"/>
              </a:lnSpc>
              <a:spcBef>
                <a:spcPts val="125"/>
              </a:spcBef>
            </a:pPr>
            <a:r>
              <a:rPr sz="2400" b="1" spc="-25" dirty="0">
                <a:latin typeface="Times New Roman"/>
                <a:cs typeface="Times New Roman"/>
              </a:rPr>
              <a:t>Tailor</a:t>
            </a:r>
            <a:r>
              <a:rPr sz="2400" b="1" spc="-114" dirty="0">
                <a:latin typeface="Times New Roman"/>
                <a:cs typeface="Times New Roman"/>
              </a:rPr>
              <a:t> </a:t>
            </a:r>
            <a:r>
              <a:rPr sz="2400" b="1" spc="-10" dirty="0">
                <a:latin typeface="Times New Roman"/>
                <a:cs typeface="Times New Roman"/>
              </a:rPr>
              <a:t>Module</a:t>
            </a:r>
            <a:endParaRPr sz="2400">
              <a:latin typeface="Times New Roman"/>
              <a:cs typeface="Times New Roman"/>
            </a:endParaRPr>
          </a:p>
          <a:p>
            <a:pPr marL="193040" indent="-180340">
              <a:lnSpc>
                <a:spcPts val="2455"/>
              </a:lnSpc>
              <a:spcBef>
                <a:spcPts val="120"/>
              </a:spcBef>
              <a:buChar char="•"/>
              <a:tabLst>
                <a:tab pos="193040" algn="l"/>
              </a:tabLst>
            </a:pPr>
            <a:r>
              <a:rPr sz="2400" spc="-35" dirty="0">
                <a:latin typeface="Times New Roman"/>
                <a:cs typeface="Times New Roman"/>
              </a:rPr>
              <a:t>View</a:t>
            </a:r>
            <a:r>
              <a:rPr sz="2400" spc="-70" dirty="0">
                <a:latin typeface="Times New Roman"/>
                <a:cs typeface="Times New Roman"/>
              </a:rPr>
              <a:t> </a:t>
            </a:r>
            <a:r>
              <a:rPr sz="2400" dirty="0">
                <a:latin typeface="Times New Roman"/>
                <a:cs typeface="Times New Roman"/>
              </a:rPr>
              <a:t>pending</a:t>
            </a:r>
            <a:r>
              <a:rPr sz="2400" spc="-55" dirty="0">
                <a:latin typeface="Times New Roman"/>
                <a:cs typeface="Times New Roman"/>
              </a:rPr>
              <a:t> </a:t>
            </a:r>
            <a:r>
              <a:rPr sz="2400" dirty="0">
                <a:latin typeface="Times New Roman"/>
                <a:cs typeface="Times New Roman"/>
              </a:rPr>
              <a:t>stitching</a:t>
            </a:r>
            <a:r>
              <a:rPr sz="2400" spc="-50" dirty="0">
                <a:latin typeface="Times New Roman"/>
                <a:cs typeface="Times New Roman"/>
              </a:rPr>
              <a:t> </a:t>
            </a:r>
            <a:r>
              <a:rPr sz="2400" spc="-10" dirty="0">
                <a:latin typeface="Times New Roman"/>
                <a:cs typeface="Times New Roman"/>
              </a:rPr>
              <a:t>orders</a:t>
            </a:r>
            <a:endParaRPr sz="2400">
              <a:latin typeface="Times New Roman"/>
              <a:cs typeface="Times New Roman"/>
            </a:endParaRPr>
          </a:p>
          <a:p>
            <a:pPr marL="193040" indent="-180340">
              <a:lnSpc>
                <a:spcPts val="2030"/>
              </a:lnSpc>
              <a:buChar char="•"/>
              <a:tabLst>
                <a:tab pos="193040" algn="l"/>
              </a:tabLst>
            </a:pPr>
            <a:r>
              <a:rPr sz="2400" dirty="0">
                <a:latin typeface="Times New Roman"/>
                <a:cs typeface="Times New Roman"/>
              </a:rPr>
              <a:t>Manage</a:t>
            </a:r>
            <a:r>
              <a:rPr sz="2400" spc="-50" dirty="0">
                <a:latin typeface="Times New Roman"/>
                <a:cs typeface="Times New Roman"/>
              </a:rPr>
              <a:t> </a:t>
            </a:r>
            <a:r>
              <a:rPr sz="2400" dirty="0">
                <a:latin typeface="Times New Roman"/>
                <a:cs typeface="Times New Roman"/>
              </a:rPr>
              <a:t>stitching</a:t>
            </a:r>
            <a:r>
              <a:rPr sz="2400" spc="-30" dirty="0">
                <a:latin typeface="Times New Roman"/>
                <a:cs typeface="Times New Roman"/>
              </a:rPr>
              <a:t> </a:t>
            </a:r>
            <a:r>
              <a:rPr sz="2400" spc="-10" dirty="0">
                <a:latin typeface="Times New Roman"/>
                <a:cs typeface="Times New Roman"/>
              </a:rPr>
              <a:t>services</a:t>
            </a:r>
            <a:endParaRPr sz="2400">
              <a:latin typeface="Times New Roman"/>
              <a:cs typeface="Times New Roman"/>
            </a:endParaRPr>
          </a:p>
          <a:p>
            <a:pPr marL="193040" indent="-180340">
              <a:lnSpc>
                <a:spcPts val="2030"/>
              </a:lnSpc>
              <a:buChar char="•"/>
              <a:tabLst>
                <a:tab pos="193040" algn="l"/>
              </a:tabLst>
            </a:pPr>
            <a:r>
              <a:rPr sz="2400" dirty="0">
                <a:latin typeface="Times New Roman"/>
                <a:cs typeface="Times New Roman"/>
              </a:rPr>
              <a:t>Update</a:t>
            </a:r>
            <a:r>
              <a:rPr sz="2400" spc="-15" dirty="0">
                <a:latin typeface="Times New Roman"/>
                <a:cs typeface="Times New Roman"/>
              </a:rPr>
              <a:t> </a:t>
            </a:r>
            <a:r>
              <a:rPr sz="2400" dirty="0">
                <a:latin typeface="Times New Roman"/>
                <a:cs typeface="Times New Roman"/>
              </a:rPr>
              <a:t>order</a:t>
            </a:r>
            <a:r>
              <a:rPr sz="2400" spc="-45" dirty="0">
                <a:latin typeface="Times New Roman"/>
                <a:cs typeface="Times New Roman"/>
              </a:rPr>
              <a:t> </a:t>
            </a:r>
            <a:r>
              <a:rPr sz="2400" spc="-10" dirty="0">
                <a:latin typeface="Times New Roman"/>
                <a:cs typeface="Times New Roman"/>
              </a:rPr>
              <a:t>status</a:t>
            </a:r>
            <a:endParaRPr sz="2400">
              <a:latin typeface="Times New Roman"/>
              <a:cs typeface="Times New Roman"/>
            </a:endParaRPr>
          </a:p>
          <a:p>
            <a:pPr marL="193040" indent="-180340">
              <a:lnSpc>
                <a:spcPts val="2455"/>
              </a:lnSpc>
              <a:buChar char="•"/>
              <a:tabLst>
                <a:tab pos="193040" algn="l"/>
              </a:tabLst>
            </a:pPr>
            <a:r>
              <a:rPr sz="2400" dirty="0">
                <a:latin typeface="Times New Roman"/>
                <a:cs typeface="Times New Roman"/>
              </a:rPr>
              <a:t>Track</a:t>
            </a:r>
            <a:r>
              <a:rPr sz="2400" spc="-150" dirty="0">
                <a:latin typeface="Times New Roman"/>
                <a:cs typeface="Times New Roman"/>
              </a:rPr>
              <a:t> </a:t>
            </a:r>
            <a:r>
              <a:rPr sz="2400" spc="-10" dirty="0">
                <a:latin typeface="Times New Roman"/>
                <a:cs typeface="Times New Roman"/>
              </a:rPr>
              <a:t>earnings</a:t>
            </a:r>
            <a:endParaRPr sz="2400">
              <a:latin typeface="Times New Roman"/>
              <a:cs typeface="Times New Roman"/>
            </a:endParaRPr>
          </a:p>
        </p:txBody>
      </p:sp>
      <p:sp>
        <p:nvSpPr>
          <p:cNvPr id="4" name="object 4"/>
          <p:cNvSpPr txBox="1"/>
          <p:nvPr/>
        </p:nvSpPr>
        <p:spPr>
          <a:xfrm>
            <a:off x="6202934" y="1444053"/>
            <a:ext cx="4591050" cy="2957195"/>
          </a:xfrm>
          <a:prstGeom prst="rect">
            <a:avLst/>
          </a:prstGeom>
        </p:spPr>
        <p:txBody>
          <a:bodyPr vert="horz" wrap="square" lIns="0" tIns="12700" rIns="0" bIns="0" rtlCol="0">
            <a:spAutoFit/>
          </a:bodyPr>
          <a:lstStyle/>
          <a:p>
            <a:pPr marL="12700">
              <a:lnSpc>
                <a:spcPts val="2865"/>
              </a:lnSpc>
              <a:spcBef>
                <a:spcPts val="100"/>
              </a:spcBef>
            </a:pPr>
            <a:r>
              <a:rPr sz="2400" b="1" dirty="0">
                <a:latin typeface="Times New Roman"/>
                <a:cs typeface="Times New Roman"/>
              </a:rPr>
              <a:t>Admin</a:t>
            </a:r>
            <a:r>
              <a:rPr sz="2400" b="1" spc="-75" dirty="0">
                <a:latin typeface="Times New Roman"/>
                <a:cs typeface="Times New Roman"/>
              </a:rPr>
              <a:t> </a:t>
            </a:r>
            <a:r>
              <a:rPr sz="2400" b="1" spc="-10" dirty="0">
                <a:latin typeface="Times New Roman"/>
                <a:cs typeface="Times New Roman"/>
              </a:rPr>
              <a:t>Module</a:t>
            </a:r>
            <a:endParaRPr sz="2400">
              <a:latin typeface="Times New Roman"/>
              <a:cs typeface="Times New Roman"/>
            </a:endParaRPr>
          </a:p>
          <a:p>
            <a:pPr marL="193040" indent="-180340">
              <a:lnSpc>
                <a:spcPts val="2865"/>
              </a:lnSpc>
              <a:buChar char="•"/>
              <a:tabLst>
                <a:tab pos="193040" algn="l"/>
              </a:tabLst>
            </a:pPr>
            <a:r>
              <a:rPr sz="2400" dirty="0">
                <a:latin typeface="Times New Roman"/>
                <a:cs typeface="Times New Roman"/>
              </a:rPr>
              <a:t>Monitor</a:t>
            </a:r>
            <a:r>
              <a:rPr sz="2400" spc="-25" dirty="0">
                <a:latin typeface="Times New Roman"/>
                <a:cs typeface="Times New Roman"/>
              </a:rPr>
              <a:t> </a:t>
            </a:r>
            <a:r>
              <a:rPr sz="2400" dirty="0">
                <a:latin typeface="Times New Roman"/>
                <a:cs typeface="Times New Roman"/>
              </a:rPr>
              <a:t>platform</a:t>
            </a:r>
            <a:r>
              <a:rPr sz="2400" spc="-40" dirty="0">
                <a:latin typeface="Times New Roman"/>
                <a:cs typeface="Times New Roman"/>
              </a:rPr>
              <a:t> </a:t>
            </a:r>
            <a:r>
              <a:rPr sz="2400" spc="-10" dirty="0">
                <a:latin typeface="Times New Roman"/>
                <a:cs typeface="Times New Roman"/>
              </a:rPr>
              <a:t>activity</a:t>
            </a:r>
            <a:endParaRPr sz="2400">
              <a:latin typeface="Times New Roman"/>
              <a:cs typeface="Times New Roman"/>
            </a:endParaRPr>
          </a:p>
          <a:p>
            <a:pPr marL="193040" indent="-180340">
              <a:lnSpc>
                <a:spcPts val="2865"/>
              </a:lnSpc>
              <a:spcBef>
                <a:spcPts val="50"/>
              </a:spcBef>
              <a:buChar char="•"/>
              <a:tabLst>
                <a:tab pos="193040" algn="l"/>
              </a:tabLst>
            </a:pPr>
            <a:r>
              <a:rPr sz="2400" spc="-25" dirty="0">
                <a:latin typeface="Times New Roman"/>
                <a:cs typeface="Times New Roman"/>
              </a:rPr>
              <a:t>View</a:t>
            </a:r>
            <a:r>
              <a:rPr sz="2400" spc="-60" dirty="0">
                <a:latin typeface="Times New Roman"/>
                <a:cs typeface="Times New Roman"/>
              </a:rPr>
              <a:t> </a:t>
            </a:r>
            <a:r>
              <a:rPr sz="2400" dirty="0">
                <a:latin typeface="Times New Roman"/>
                <a:cs typeface="Times New Roman"/>
              </a:rPr>
              <a:t>total</a:t>
            </a:r>
            <a:r>
              <a:rPr sz="2400" spc="-55" dirty="0">
                <a:latin typeface="Times New Roman"/>
                <a:cs typeface="Times New Roman"/>
              </a:rPr>
              <a:t> </a:t>
            </a:r>
            <a:r>
              <a:rPr sz="2400" dirty="0">
                <a:latin typeface="Times New Roman"/>
                <a:cs typeface="Times New Roman"/>
              </a:rPr>
              <a:t>users</a:t>
            </a:r>
            <a:r>
              <a:rPr sz="2400" spc="-15" dirty="0">
                <a:latin typeface="Times New Roman"/>
                <a:cs typeface="Times New Roman"/>
              </a:rPr>
              <a:t> </a:t>
            </a:r>
            <a:r>
              <a:rPr sz="2400" dirty="0">
                <a:latin typeface="Times New Roman"/>
                <a:cs typeface="Times New Roman"/>
              </a:rPr>
              <a:t>and</a:t>
            </a:r>
            <a:r>
              <a:rPr sz="2400" spc="-55" dirty="0">
                <a:latin typeface="Times New Roman"/>
                <a:cs typeface="Times New Roman"/>
              </a:rPr>
              <a:t> </a:t>
            </a:r>
            <a:r>
              <a:rPr sz="2400" spc="-10" dirty="0">
                <a:latin typeface="Times New Roman"/>
                <a:cs typeface="Times New Roman"/>
              </a:rPr>
              <a:t>orders</a:t>
            </a:r>
            <a:endParaRPr sz="2400">
              <a:latin typeface="Times New Roman"/>
              <a:cs typeface="Times New Roman"/>
            </a:endParaRPr>
          </a:p>
          <a:p>
            <a:pPr marL="173990" indent="-161290">
              <a:lnSpc>
                <a:spcPts val="2865"/>
              </a:lnSpc>
              <a:buChar char="•"/>
              <a:tabLst>
                <a:tab pos="173990" algn="l"/>
              </a:tabLst>
            </a:pPr>
            <a:r>
              <a:rPr sz="2400" dirty="0">
                <a:latin typeface="Times New Roman"/>
                <a:cs typeface="Times New Roman"/>
              </a:rPr>
              <a:t>Analyze</a:t>
            </a:r>
            <a:r>
              <a:rPr sz="2400" spc="-25" dirty="0">
                <a:latin typeface="Times New Roman"/>
                <a:cs typeface="Times New Roman"/>
              </a:rPr>
              <a:t> </a:t>
            </a:r>
            <a:r>
              <a:rPr sz="2400" dirty="0">
                <a:latin typeface="Times New Roman"/>
                <a:cs typeface="Times New Roman"/>
              </a:rPr>
              <a:t>data</a:t>
            </a:r>
            <a:r>
              <a:rPr sz="2400" spc="-20" dirty="0">
                <a:latin typeface="Times New Roman"/>
                <a:cs typeface="Times New Roman"/>
              </a:rPr>
              <a:t> </a:t>
            </a:r>
            <a:r>
              <a:rPr sz="2400" dirty="0">
                <a:latin typeface="Times New Roman"/>
                <a:cs typeface="Times New Roman"/>
              </a:rPr>
              <a:t>through</a:t>
            </a:r>
            <a:r>
              <a:rPr sz="2400" spc="-5" dirty="0">
                <a:latin typeface="Times New Roman"/>
                <a:cs typeface="Times New Roman"/>
              </a:rPr>
              <a:t> </a:t>
            </a:r>
            <a:r>
              <a:rPr sz="2400" spc="-10" dirty="0">
                <a:latin typeface="Times New Roman"/>
                <a:cs typeface="Times New Roman"/>
              </a:rPr>
              <a:t>charts</a:t>
            </a:r>
            <a:endParaRPr sz="2400">
              <a:latin typeface="Times New Roman"/>
              <a:cs typeface="Times New Roman"/>
            </a:endParaRPr>
          </a:p>
          <a:p>
            <a:pPr marL="12700">
              <a:lnSpc>
                <a:spcPts val="2870"/>
              </a:lnSpc>
              <a:spcBef>
                <a:spcPts val="50"/>
              </a:spcBef>
            </a:pPr>
            <a:r>
              <a:rPr sz="2400" b="1" dirty="0">
                <a:latin typeface="Times New Roman"/>
                <a:cs typeface="Times New Roman"/>
              </a:rPr>
              <a:t>Authentication</a:t>
            </a:r>
            <a:r>
              <a:rPr sz="2400" b="1" spc="-80" dirty="0">
                <a:latin typeface="Times New Roman"/>
                <a:cs typeface="Times New Roman"/>
              </a:rPr>
              <a:t> </a:t>
            </a:r>
            <a:r>
              <a:rPr sz="2400" b="1" spc="-10" dirty="0">
                <a:latin typeface="Times New Roman"/>
                <a:cs typeface="Times New Roman"/>
              </a:rPr>
              <a:t>Module</a:t>
            </a:r>
            <a:endParaRPr sz="2400">
              <a:latin typeface="Times New Roman"/>
              <a:cs typeface="Times New Roman"/>
            </a:endParaRPr>
          </a:p>
          <a:p>
            <a:pPr marL="193040" indent="-180340">
              <a:lnSpc>
                <a:spcPts val="2855"/>
              </a:lnSpc>
              <a:buChar char="•"/>
              <a:tabLst>
                <a:tab pos="193040" algn="l"/>
              </a:tabLst>
            </a:pPr>
            <a:r>
              <a:rPr sz="2400" dirty="0">
                <a:latin typeface="Times New Roman"/>
                <a:cs typeface="Times New Roman"/>
              </a:rPr>
              <a:t>Login</a:t>
            </a:r>
            <a:r>
              <a:rPr sz="2400" spc="-20" dirty="0">
                <a:latin typeface="Times New Roman"/>
                <a:cs typeface="Times New Roman"/>
              </a:rPr>
              <a:t> </a:t>
            </a:r>
            <a:r>
              <a:rPr sz="2400" dirty="0">
                <a:latin typeface="Times New Roman"/>
                <a:cs typeface="Times New Roman"/>
              </a:rPr>
              <a:t>and</a:t>
            </a:r>
            <a:r>
              <a:rPr sz="2400" spc="-15" dirty="0">
                <a:latin typeface="Times New Roman"/>
                <a:cs typeface="Times New Roman"/>
              </a:rPr>
              <a:t> </a:t>
            </a:r>
            <a:r>
              <a:rPr sz="2400" dirty="0">
                <a:latin typeface="Times New Roman"/>
                <a:cs typeface="Times New Roman"/>
              </a:rPr>
              <a:t>role</a:t>
            </a:r>
            <a:r>
              <a:rPr sz="2400" spc="-25" dirty="0">
                <a:latin typeface="Times New Roman"/>
                <a:cs typeface="Times New Roman"/>
              </a:rPr>
              <a:t> </a:t>
            </a:r>
            <a:r>
              <a:rPr sz="2400" spc="-10" dirty="0">
                <a:latin typeface="Times New Roman"/>
                <a:cs typeface="Times New Roman"/>
              </a:rPr>
              <a:t>selection</a:t>
            </a:r>
            <a:endParaRPr sz="2400">
              <a:latin typeface="Times New Roman"/>
              <a:cs typeface="Times New Roman"/>
            </a:endParaRPr>
          </a:p>
          <a:p>
            <a:pPr marL="193040" indent="-180340">
              <a:lnSpc>
                <a:spcPts val="2865"/>
              </a:lnSpc>
              <a:buChar char="•"/>
              <a:tabLst>
                <a:tab pos="193040" algn="l"/>
              </a:tabLst>
            </a:pPr>
            <a:r>
              <a:rPr sz="2400" spc="-10" dirty="0">
                <a:latin typeface="Times New Roman"/>
                <a:cs typeface="Times New Roman"/>
              </a:rPr>
              <a:t>Customer,</a:t>
            </a:r>
            <a:r>
              <a:rPr sz="2400" spc="-70" dirty="0">
                <a:latin typeface="Times New Roman"/>
                <a:cs typeface="Times New Roman"/>
              </a:rPr>
              <a:t> </a:t>
            </a:r>
            <a:r>
              <a:rPr sz="2400" spc="-35" dirty="0">
                <a:latin typeface="Times New Roman"/>
                <a:cs typeface="Times New Roman"/>
              </a:rPr>
              <a:t>Tailor,</a:t>
            </a:r>
            <a:r>
              <a:rPr sz="2400" spc="-70" dirty="0">
                <a:latin typeface="Times New Roman"/>
                <a:cs typeface="Times New Roman"/>
              </a:rPr>
              <a:t> </a:t>
            </a:r>
            <a:r>
              <a:rPr sz="2400" dirty="0">
                <a:latin typeface="Times New Roman"/>
                <a:cs typeface="Times New Roman"/>
              </a:rPr>
              <a:t>and</a:t>
            </a:r>
            <a:r>
              <a:rPr sz="2400" spc="-140" dirty="0">
                <a:latin typeface="Times New Roman"/>
                <a:cs typeface="Times New Roman"/>
              </a:rPr>
              <a:t> </a:t>
            </a:r>
            <a:r>
              <a:rPr sz="2400" dirty="0">
                <a:latin typeface="Times New Roman"/>
                <a:cs typeface="Times New Roman"/>
              </a:rPr>
              <a:t>Admin</a:t>
            </a:r>
            <a:r>
              <a:rPr sz="2400" spc="-70" dirty="0">
                <a:latin typeface="Times New Roman"/>
                <a:cs typeface="Times New Roman"/>
              </a:rPr>
              <a:t> </a:t>
            </a:r>
            <a:r>
              <a:rPr sz="2400" spc="-10" dirty="0">
                <a:latin typeface="Times New Roman"/>
                <a:cs typeface="Times New Roman"/>
              </a:rPr>
              <a:t>access</a:t>
            </a:r>
            <a:endParaRPr sz="2400">
              <a:latin typeface="Times New Roman"/>
              <a:cs typeface="Times New Roman"/>
            </a:endParaRPr>
          </a:p>
          <a:p>
            <a:pPr marL="12700">
              <a:lnSpc>
                <a:spcPct val="100000"/>
              </a:lnSpc>
              <a:spcBef>
                <a:spcPts val="50"/>
              </a:spcBef>
            </a:pPr>
            <a:r>
              <a:rPr sz="2400" spc="-10" dirty="0">
                <a:latin typeface="Times New Roman"/>
                <a:cs typeface="Times New Roman"/>
              </a:rPr>
              <a:t>control</a:t>
            </a:r>
            <a:endParaRPr sz="2400">
              <a:latin typeface="Times New Roman"/>
              <a:cs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584009" rIns="0" bIns="0" rtlCol="0">
            <a:spAutoFit/>
          </a:bodyPr>
          <a:lstStyle/>
          <a:p>
            <a:pPr marL="2190115">
              <a:lnSpc>
                <a:spcPct val="100000"/>
              </a:lnSpc>
              <a:spcBef>
                <a:spcPts val="130"/>
              </a:spcBef>
            </a:pPr>
            <a:r>
              <a:rPr spc="-35" dirty="0"/>
              <a:t>Objectives</a:t>
            </a:r>
          </a:p>
        </p:txBody>
      </p:sp>
      <p:sp>
        <p:nvSpPr>
          <p:cNvPr id="4" name="object 4"/>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5" name="object 5"/>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6" name="object 6"/>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7" name="object 7"/>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8</a:t>
            </a:fld>
            <a:endParaRPr spc="-25" dirty="0"/>
          </a:p>
        </p:txBody>
      </p:sp>
      <p:sp>
        <p:nvSpPr>
          <p:cNvPr id="3" name="object 3"/>
          <p:cNvSpPr txBox="1">
            <a:spLocks noGrp="1"/>
          </p:cNvSpPr>
          <p:nvPr>
            <p:ph type="body" idx="1"/>
          </p:nvPr>
        </p:nvSpPr>
        <p:spPr>
          <a:prstGeom prst="rect">
            <a:avLst/>
          </a:prstGeom>
        </p:spPr>
        <p:txBody>
          <a:bodyPr vert="horz" wrap="square" lIns="0" tIns="563308" rIns="0" bIns="0" rtlCol="0">
            <a:spAutoFit/>
          </a:bodyPr>
          <a:lstStyle/>
          <a:p>
            <a:pPr marL="1586865" indent="-208279">
              <a:lnSpc>
                <a:spcPts val="3150"/>
              </a:lnSpc>
              <a:spcBef>
                <a:spcPts val="125"/>
              </a:spcBef>
              <a:buChar char="•"/>
              <a:tabLst>
                <a:tab pos="1587500" algn="l"/>
              </a:tabLst>
            </a:pPr>
            <a:r>
              <a:rPr dirty="0"/>
              <a:t>To</a:t>
            </a:r>
            <a:r>
              <a:rPr spc="35" dirty="0"/>
              <a:t> </a:t>
            </a:r>
            <a:r>
              <a:rPr dirty="0"/>
              <a:t>develop</a:t>
            </a:r>
            <a:r>
              <a:rPr spc="45" dirty="0"/>
              <a:t> </a:t>
            </a:r>
            <a:r>
              <a:rPr dirty="0"/>
              <a:t>an</a:t>
            </a:r>
            <a:r>
              <a:rPr spc="45" dirty="0"/>
              <a:t> </a:t>
            </a:r>
            <a:r>
              <a:rPr dirty="0"/>
              <a:t>online</a:t>
            </a:r>
            <a:r>
              <a:rPr spc="50" dirty="0"/>
              <a:t> </a:t>
            </a:r>
            <a:r>
              <a:rPr dirty="0"/>
              <a:t>tailoring</a:t>
            </a:r>
            <a:r>
              <a:rPr spc="45" dirty="0"/>
              <a:t> </a:t>
            </a:r>
            <a:r>
              <a:rPr dirty="0"/>
              <a:t>service</a:t>
            </a:r>
            <a:r>
              <a:rPr spc="50" dirty="0"/>
              <a:t> </a:t>
            </a:r>
            <a:r>
              <a:rPr spc="-10" dirty="0"/>
              <a:t>platform</a:t>
            </a:r>
          </a:p>
          <a:p>
            <a:pPr marL="1588135" indent="-209550">
              <a:lnSpc>
                <a:spcPts val="3005"/>
              </a:lnSpc>
              <a:buChar char="•"/>
              <a:tabLst>
                <a:tab pos="1588770" algn="l"/>
              </a:tabLst>
            </a:pPr>
            <a:r>
              <a:rPr dirty="0"/>
              <a:t>To</a:t>
            </a:r>
            <a:r>
              <a:rPr spc="55" dirty="0"/>
              <a:t> </a:t>
            </a:r>
            <a:r>
              <a:rPr dirty="0"/>
              <a:t>connect</a:t>
            </a:r>
            <a:r>
              <a:rPr spc="70" dirty="0"/>
              <a:t> </a:t>
            </a:r>
            <a:r>
              <a:rPr dirty="0"/>
              <a:t>customers</a:t>
            </a:r>
            <a:r>
              <a:rPr spc="60" dirty="0"/>
              <a:t> </a:t>
            </a:r>
            <a:r>
              <a:rPr dirty="0"/>
              <a:t>with</a:t>
            </a:r>
            <a:r>
              <a:rPr spc="50" dirty="0"/>
              <a:t> </a:t>
            </a:r>
            <a:r>
              <a:rPr dirty="0"/>
              <a:t>nearby</a:t>
            </a:r>
            <a:r>
              <a:rPr spc="55" dirty="0"/>
              <a:t> </a:t>
            </a:r>
            <a:r>
              <a:rPr dirty="0"/>
              <a:t>tailoring</a:t>
            </a:r>
            <a:r>
              <a:rPr spc="55" dirty="0"/>
              <a:t> </a:t>
            </a:r>
            <a:r>
              <a:rPr spc="-10" dirty="0"/>
              <a:t>professionals</a:t>
            </a:r>
          </a:p>
          <a:p>
            <a:pPr marL="1588135" indent="-209550">
              <a:lnSpc>
                <a:spcPts val="3045"/>
              </a:lnSpc>
              <a:buChar char="•"/>
              <a:tabLst>
                <a:tab pos="1588770" algn="l"/>
              </a:tabLst>
            </a:pPr>
            <a:r>
              <a:rPr dirty="0"/>
              <a:t>To</a:t>
            </a:r>
            <a:r>
              <a:rPr spc="25" dirty="0"/>
              <a:t> </a:t>
            </a:r>
            <a:r>
              <a:rPr dirty="0"/>
              <a:t>simplify</a:t>
            </a:r>
            <a:r>
              <a:rPr spc="35" dirty="0"/>
              <a:t> </a:t>
            </a:r>
            <a:r>
              <a:rPr dirty="0"/>
              <a:t>stitching</a:t>
            </a:r>
            <a:r>
              <a:rPr spc="35" dirty="0"/>
              <a:t> </a:t>
            </a:r>
            <a:r>
              <a:rPr dirty="0"/>
              <a:t>service</a:t>
            </a:r>
            <a:r>
              <a:rPr spc="40" dirty="0"/>
              <a:t> </a:t>
            </a:r>
            <a:r>
              <a:rPr spc="-10" dirty="0"/>
              <a:t>booking</a:t>
            </a:r>
          </a:p>
          <a:p>
            <a:pPr marL="1586865" indent="-208279">
              <a:lnSpc>
                <a:spcPts val="3040"/>
              </a:lnSpc>
              <a:buChar char="•"/>
              <a:tabLst>
                <a:tab pos="1587500" algn="l"/>
              </a:tabLst>
            </a:pPr>
            <a:r>
              <a:rPr dirty="0"/>
              <a:t>To</a:t>
            </a:r>
            <a:r>
              <a:rPr spc="40" dirty="0"/>
              <a:t> </a:t>
            </a:r>
            <a:r>
              <a:rPr dirty="0"/>
              <a:t>provide</a:t>
            </a:r>
            <a:r>
              <a:rPr spc="55" dirty="0"/>
              <a:t> </a:t>
            </a:r>
            <a:r>
              <a:rPr dirty="0"/>
              <a:t>pickup</a:t>
            </a:r>
            <a:r>
              <a:rPr spc="50" dirty="0"/>
              <a:t> </a:t>
            </a:r>
            <a:r>
              <a:rPr dirty="0"/>
              <a:t>and</a:t>
            </a:r>
            <a:r>
              <a:rPr spc="50" dirty="0"/>
              <a:t> </a:t>
            </a:r>
            <a:r>
              <a:rPr dirty="0"/>
              <a:t>delivery</a:t>
            </a:r>
            <a:r>
              <a:rPr spc="50" dirty="0"/>
              <a:t> </a:t>
            </a:r>
            <a:r>
              <a:rPr spc="-10" dirty="0"/>
              <a:t>convenience</a:t>
            </a:r>
          </a:p>
          <a:p>
            <a:pPr marL="1586865" indent="-208279">
              <a:lnSpc>
                <a:spcPts val="3005"/>
              </a:lnSpc>
              <a:buChar char="•"/>
              <a:tabLst>
                <a:tab pos="1587500" algn="l"/>
              </a:tabLst>
            </a:pPr>
            <a:r>
              <a:rPr dirty="0"/>
              <a:t>To</a:t>
            </a:r>
            <a:r>
              <a:rPr spc="35" dirty="0"/>
              <a:t> </a:t>
            </a:r>
            <a:r>
              <a:rPr dirty="0"/>
              <a:t>improve</a:t>
            </a:r>
            <a:r>
              <a:rPr spc="50" dirty="0"/>
              <a:t> </a:t>
            </a:r>
            <a:r>
              <a:rPr dirty="0"/>
              <a:t>efficiency</a:t>
            </a:r>
            <a:r>
              <a:rPr spc="45" dirty="0"/>
              <a:t> </a:t>
            </a:r>
            <a:r>
              <a:rPr dirty="0"/>
              <a:t>in</a:t>
            </a:r>
            <a:r>
              <a:rPr spc="45" dirty="0"/>
              <a:t> </a:t>
            </a:r>
            <a:r>
              <a:rPr dirty="0"/>
              <a:t>tailoring</a:t>
            </a:r>
            <a:r>
              <a:rPr spc="45" dirty="0"/>
              <a:t> </a:t>
            </a:r>
            <a:r>
              <a:rPr dirty="0"/>
              <a:t>service</a:t>
            </a:r>
            <a:r>
              <a:rPr spc="50" dirty="0"/>
              <a:t> </a:t>
            </a:r>
            <a:r>
              <a:rPr spc="-10" dirty="0"/>
              <a:t>management</a:t>
            </a:r>
          </a:p>
          <a:p>
            <a:pPr marL="1588135" indent="-209550">
              <a:lnSpc>
                <a:spcPts val="3005"/>
              </a:lnSpc>
              <a:buChar char="•"/>
              <a:tabLst>
                <a:tab pos="1588770" algn="l"/>
              </a:tabLst>
            </a:pPr>
            <a:r>
              <a:rPr dirty="0"/>
              <a:t>To</a:t>
            </a:r>
            <a:r>
              <a:rPr spc="10" dirty="0"/>
              <a:t> </a:t>
            </a:r>
            <a:r>
              <a:rPr dirty="0"/>
              <a:t>create</a:t>
            </a:r>
            <a:r>
              <a:rPr spc="25" dirty="0"/>
              <a:t> </a:t>
            </a:r>
            <a:r>
              <a:rPr dirty="0"/>
              <a:t>a</a:t>
            </a:r>
            <a:r>
              <a:rPr spc="25" dirty="0"/>
              <a:t> </a:t>
            </a:r>
            <a:r>
              <a:rPr dirty="0"/>
              <a:t>user-friendly</a:t>
            </a:r>
            <a:r>
              <a:rPr spc="20" dirty="0"/>
              <a:t> </a:t>
            </a:r>
            <a:r>
              <a:rPr dirty="0"/>
              <a:t>web</a:t>
            </a:r>
            <a:r>
              <a:rPr spc="25" dirty="0"/>
              <a:t> </a:t>
            </a:r>
            <a:r>
              <a:rPr spc="-10" dirty="0"/>
              <a:t>interface</a:t>
            </a:r>
          </a:p>
          <a:p>
            <a:pPr marL="1586865" indent="-208279">
              <a:lnSpc>
                <a:spcPts val="3155"/>
              </a:lnSpc>
              <a:buChar char="•"/>
              <a:tabLst>
                <a:tab pos="1587500" algn="l"/>
              </a:tabLst>
            </a:pPr>
            <a:r>
              <a:rPr dirty="0"/>
              <a:t>To</a:t>
            </a:r>
            <a:r>
              <a:rPr spc="65" dirty="0"/>
              <a:t> </a:t>
            </a:r>
            <a:r>
              <a:rPr dirty="0"/>
              <a:t>apply</a:t>
            </a:r>
            <a:r>
              <a:rPr spc="75" dirty="0"/>
              <a:t> </a:t>
            </a:r>
            <a:r>
              <a:rPr dirty="0"/>
              <a:t>web</a:t>
            </a:r>
            <a:r>
              <a:rPr spc="75" dirty="0"/>
              <a:t> </a:t>
            </a:r>
            <a:r>
              <a:rPr dirty="0"/>
              <a:t>development</a:t>
            </a:r>
            <a:r>
              <a:rPr spc="15" dirty="0"/>
              <a:t> </a:t>
            </a:r>
            <a:r>
              <a:rPr dirty="0"/>
              <a:t>concepts</a:t>
            </a:r>
            <a:r>
              <a:rPr spc="85" dirty="0"/>
              <a:t> </a:t>
            </a:r>
            <a:r>
              <a:rPr dirty="0"/>
              <a:t>in</a:t>
            </a:r>
            <a:r>
              <a:rPr spc="75" dirty="0"/>
              <a:t> </a:t>
            </a:r>
            <a:r>
              <a:rPr dirty="0"/>
              <a:t>a</a:t>
            </a:r>
            <a:r>
              <a:rPr spc="80" dirty="0"/>
              <a:t> </a:t>
            </a:r>
            <a:r>
              <a:rPr dirty="0"/>
              <a:t>real-world</a:t>
            </a:r>
            <a:r>
              <a:rPr spc="75" dirty="0"/>
              <a:t> </a:t>
            </a:r>
            <a:r>
              <a:rPr spc="-10" dirty="0"/>
              <a:t>application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322954" y="82232"/>
            <a:ext cx="5219700" cy="701040"/>
          </a:xfrm>
          <a:prstGeom prst="rect">
            <a:avLst/>
          </a:prstGeom>
        </p:spPr>
        <p:txBody>
          <a:bodyPr vert="horz" wrap="square" lIns="0" tIns="16510" rIns="0" bIns="0" rtlCol="0">
            <a:spAutoFit/>
          </a:bodyPr>
          <a:lstStyle/>
          <a:p>
            <a:pPr marL="12700">
              <a:lnSpc>
                <a:spcPct val="100000"/>
              </a:lnSpc>
              <a:spcBef>
                <a:spcPts val="130"/>
              </a:spcBef>
            </a:pPr>
            <a:r>
              <a:rPr spc="-70" dirty="0"/>
              <a:t>Co’s</a:t>
            </a:r>
            <a:r>
              <a:rPr spc="-105" dirty="0"/>
              <a:t> </a:t>
            </a:r>
            <a:r>
              <a:rPr spc="-65" dirty="0"/>
              <a:t>Attainments</a:t>
            </a:r>
            <a:r>
              <a:rPr spc="-145" dirty="0"/>
              <a:t> </a:t>
            </a:r>
            <a:r>
              <a:rPr dirty="0"/>
              <a:t>-</a:t>
            </a:r>
            <a:r>
              <a:rPr spc="-135" dirty="0"/>
              <a:t> </a:t>
            </a:r>
            <a:r>
              <a:rPr spc="-25" dirty="0"/>
              <a:t>FWD</a:t>
            </a:r>
          </a:p>
        </p:txBody>
      </p:sp>
      <p:sp>
        <p:nvSpPr>
          <p:cNvPr id="4" name="object 4"/>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5" name="object 5"/>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6" name="object 6"/>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7" name="object 7"/>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9</a:t>
            </a:fld>
            <a:endParaRPr spc="-25" dirty="0"/>
          </a:p>
        </p:txBody>
      </p:sp>
      <p:sp>
        <p:nvSpPr>
          <p:cNvPr id="3" name="object 3"/>
          <p:cNvSpPr txBox="1"/>
          <p:nvPr/>
        </p:nvSpPr>
        <p:spPr>
          <a:xfrm>
            <a:off x="1983739" y="973899"/>
            <a:ext cx="7580630" cy="5147310"/>
          </a:xfrm>
          <a:prstGeom prst="rect">
            <a:avLst/>
          </a:prstGeom>
        </p:spPr>
        <p:txBody>
          <a:bodyPr vert="horz" wrap="square" lIns="0" tIns="50165" rIns="0" bIns="0" rtlCol="0">
            <a:spAutoFit/>
          </a:bodyPr>
          <a:lstStyle/>
          <a:p>
            <a:pPr marL="12700">
              <a:lnSpc>
                <a:spcPct val="100000"/>
              </a:lnSpc>
              <a:spcBef>
                <a:spcPts val="395"/>
              </a:spcBef>
            </a:pPr>
            <a:r>
              <a:rPr sz="2000" b="1" dirty="0">
                <a:latin typeface="Times New Roman"/>
                <a:cs typeface="Times New Roman"/>
              </a:rPr>
              <a:t>CO1</a:t>
            </a:r>
            <a:r>
              <a:rPr sz="2000" b="1" spc="-15" dirty="0">
                <a:latin typeface="Times New Roman"/>
                <a:cs typeface="Times New Roman"/>
              </a:rPr>
              <a:t> </a:t>
            </a:r>
            <a:r>
              <a:rPr sz="2000" b="1" dirty="0">
                <a:latin typeface="Times New Roman"/>
                <a:cs typeface="Times New Roman"/>
              </a:rPr>
              <a:t>-</a:t>
            </a:r>
            <a:r>
              <a:rPr sz="2000" b="1" spc="-10" dirty="0">
                <a:latin typeface="Times New Roman"/>
                <a:cs typeface="Times New Roman"/>
              </a:rPr>
              <a:t> </a:t>
            </a:r>
            <a:r>
              <a:rPr sz="2000" b="1" dirty="0">
                <a:latin typeface="Times New Roman"/>
                <a:cs typeface="Times New Roman"/>
              </a:rPr>
              <a:t>HTML</a:t>
            </a:r>
            <a:r>
              <a:rPr sz="2000" b="1" spc="-130" dirty="0">
                <a:latin typeface="Times New Roman"/>
                <a:cs typeface="Times New Roman"/>
              </a:rPr>
              <a:t> </a:t>
            </a:r>
            <a:r>
              <a:rPr sz="2000" b="1" spc="-10" dirty="0">
                <a:latin typeface="Times New Roman"/>
                <a:cs typeface="Times New Roman"/>
              </a:rPr>
              <a:t>Structure</a:t>
            </a:r>
            <a:endParaRPr sz="2000">
              <a:latin typeface="Times New Roman"/>
              <a:cs typeface="Times New Roman"/>
            </a:endParaRPr>
          </a:p>
          <a:p>
            <a:pPr marL="163830" indent="-151130">
              <a:lnSpc>
                <a:spcPts val="2025"/>
              </a:lnSpc>
              <a:spcBef>
                <a:spcPts val="300"/>
              </a:spcBef>
              <a:buChar char="•"/>
              <a:tabLst>
                <a:tab pos="163830" algn="l"/>
              </a:tabLst>
            </a:pPr>
            <a:r>
              <a:rPr sz="2000" dirty="0">
                <a:latin typeface="Times New Roman"/>
                <a:cs typeface="Times New Roman"/>
              </a:rPr>
              <a:t>Developed</a:t>
            </a:r>
            <a:r>
              <a:rPr sz="2000" spc="-55" dirty="0">
                <a:latin typeface="Times New Roman"/>
                <a:cs typeface="Times New Roman"/>
              </a:rPr>
              <a:t> </a:t>
            </a:r>
            <a:r>
              <a:rPr sz="2000" dirty="0">
                <a:latin typeface="Times New Roman"/>
                <a:cs typeface="Times New Roman"/>
              </a:rPr>
              <a:t>webpage</a:t>
            </a:r>
            <a:r>
              <a:rPr sz="2000" spc="-10" dirty="0">
                <a:latin typeface="Times New Roman"/>
                <a:cs typeface="Times New Roman"/>
              </a:rPr>
              <a:t> </a:t>
            </a:r>
            <a:r>
              <a:rPr sz="2000" dirty="0">
                <a:latin typeface="Times New Roman"/>
                <a:cs typeface="Times New Roman"/>
              </a:rPr>
              <a:t>structure</a:t>
            </a:r>
            <a:r>
              <a:rPr sz="2000" spc="-80" dirty="0">
                <a:latin typeface="Times New Roman"/>
                <a:cs typeface="Times New Roman"/>
              </a:rPr>
              <a:t> </a:t>
            </a:r>
            <a:r>
              <a:rPr sz="2000" dirty="0">
                <a:latin typeface="Times New Roman"/>
                <a:cs typeface="Times New Roman"/>
              </a:rPr>
              <a:t>using</a:t>
            </a:r>
            <a:r>
              <a:rPr sz="2000" spc="-50" dirty="0">
                <a:latin typeface="Times New Roman"/>
                <a:cs typeface="Times New Roman"/>
              </a:rPr>
              <a:t> </a:t>
            </a:r>
            <a:r>
              <a:rPr sz="2000" spc="-20" dirty="0">
                <a:latin typeface="Times New Roman"/>
                <a:cs typeface="Times New Roman"/>
              </a:rPr>
              <a:t>HTML</a:t>
            </a:r>
            <a:endParaRPr sz="2000">
              <a:latin typeface="Times New Roman"/>
              <a:cs typeface="Times New Roman"/>
            </a:endParaRPr>
          </a:p>
          <a:p>
            <a:pPr marL="163830" indent="-151130">
              <a:lnSpc>
                <a:spcPts val="1655"/>
              </a:lnSpc>
              <a:buChar char="•"/>
              <a:tabLst>
                <a:tab pos="163830" algn="l"/>
              </a:tabLst>
            </a:pPr>
            <a:r>
              <a:rPr sz="2000" dirty="0">
                <a:latin typeface="Times New Roman"/>
                <a:cs typeface="Times New Roman"/>
              </a:rPr>
              <a:t>Created</a:t>
            </a:r>
            <a:r>
              <a:rPr sz="2000" spc="-50" dirty="0">
                <a:latin typeface="Times New Roman"/>
                <a:cs typeface="Times New Roman"/>
              </a:rPr>
              <a:t> </a:t>
            </a:r>
            <a:r>
              <a:rPr sz="2000" dirty="0">
                <a:latin typeface="Times New Roman"/>
                <a:cs typeface="Times New Roman"/>
              </a:rPr>
              <a:t>navigation</a:t>
            </a:r>
            <a:r>
              <a:rPr sz="2000" spc="-45" dirty="0">
                <a:latin typeface="Times New Roman"/>
                <a:cs typeface="Times New Roman"/>
              </a:rPr>
              <a:t> </a:t>
            </a:r>
            <a:r>
              <a:rPr sz="2000" spc="-10" dirty="0">
                <a:latin typeface="Times New Roman"/>
                <a:cs typeface="Times New Roman"/>
              </a:rPr>
              <a:t>bar,</a:t>
            </a:r>
            <a:r>
              <a:rPr sz="2000" spc="5" dirty="0">
                <a:latin typeface="Times New Roman"/>
                <a:cs typeface="Times New Roman"/>
              </a:rPr>
              <a:t> </a:t>
            </a:r>
            <a:r>
              <a:rPr sz="2000" dirty="0">
                <a:latin typeface="Times New Roman"/>
                <a:cs typeface="Times New Roman"/>
              </a:rPr>
              <a:t>hero</a:t>
            </a:r>
            <a:r>
              <a:rPr sz="2000" spc="-45" dirty="0">
                <a:latin typeface="Times New Roman"/>
                <a:cs typeface="Times New Roman"/>
              </a:rPr>
              <a:t> </a:t>
            </a:r>
            <a:r>
              <a:rPr sz="2000" dirty="0">
                <a:latin typeface="Times New Roman"/>
                <a:cs typeface="Times New Roman"/>
              </a:rPr>
              <a:t>section,</a:t>
            </a:r>
            <a:r>
              <a:rPr sz="2000" spc="-60" dirty="0">
                <a:latin typeface="Times New Roman"/>
                <a:cs typeface="Times New Roman"/>
              </a:rPr>
              <a:t> </a:t>
            </a:r>
            <a:r>
              <a:rPr sz="2000" dirty="0">
                <a:latin typeface="Times New Roman"/>
                <a:cs typeface="Times New Roman"/>
              </a:rPr>
              <a:t>and</a:t>
            </a:r>
            <a:r>
              <a:rPr sz="2000" spc="-50" dirty="0">
                <a:latin typeface="Times New Roman"/>
                <a:cs typeface="Times New Roman"/>
              </a:rPr>
              <a:t> </a:t>
            </a:r>
            <a:r>
              <a:rPr sz="2000" spc="-10" dirty="0">
                <a:latin typeface="Times New Roman"/>
                <a:cs typeface="Times New Roman"/>
              </a:rPr>
              <a:t>dashboards</a:t>
            </a:r>
            <a:endParaRPr sz="2000">
              <a:latin typeface="Times New Roman"/>
              <a:cs typeface="Times New Roman"/>
            </a:endParaRPr>
          </a:p>
          <a:p>
            <a:pPr marL="163830" indent="-151130">
              <a:lnSpc>
                <a:spcPts val="2025"/>
              </a:lnSpc>
              <a:buChar char="•"/>
              <a:tabLst>
                <a:tab pos="163830" algn="l"/>
              </a:tabLst>
            </a:pPr>
            <a:r>
              <a:rPr sz="2000" dirty="0">
                <a:latin typeface="Times New Roman"/>
                <a:cs typeface="Times New Roman"/>
              </a:rPr>
              <a:t>Organized</a:t>
            </a:r>
            <a:r>
              <a:rPr sz="2000" spc="-60" dirty="0">
                <a:latin typeface="Times New Roman"/>
                <a:cs typeface="Times New Roman"/>
              </a:rPr>
              <a:t> </a:t>
            </a:r>
            <a:r>
              <a:rPr sz="2000" dirty="0">
                <a:latin typeface="Times New Roman"/>
                <a:cs typeface="Times New Roman"/>
              </a:rPr>
              <a:t>website</a:t>
            </a:r>
            <a:r>
              <a:rPr sz="2000" spc="-80" dirty="0">
                <a:latin typeface="Times New Roman"/>
                <a:cs typeface="Times New Roman"/>
              </a:rPr>
              <a:t> </a:t>
            </a:r>
            <a:r>
              <a:rPr sz="2000" dirty="0">
                <a:latin typeface="Times New Roman"/>
                <a:cs typeface="Times New Roman"/>
              </a:rPr>
              <a:t>content</a:t>
            </a:r>
            <a:r>
              <a:rPr sz="2000" spc="-55" dirty="0">
                <a:latin typeface="Times New Roman"/>
                <a:cs typeface="Times New Roman"/>
              </a:rPr>
              <a:t> </a:t>
            </a:r>
            <a:r>
              <a:rPr sz="2000" dirty="0">
                <a:latin typeface="Times New Roman"/>
                <a:cs typeface="Times New Roman"/>
              </a:rPr>
              <a:t>using</a:t>
            </a:r>
            <a:r>
              <a:rPr sz="2000" spc="-55" dirty="0">
                <a:latin typeface="Times New Roman"/>
                <a:cs typeface="Times New Roman"/>
              </a:rPr>
              <a:t> </a:t>
            </a:r>
            <a:r>
              <a:rPr sz="2000" dirty="0">
                <a:latin typeface="Times New Roman"/>
                <a:cs typeface="Times New Roman"/>
              </a:rPr>
              <a:t>semantic</a:t>
            </a:r>
            <a:r>
              <a:rPr sz="2000" spc="-20" dirty="0">
                <a:latin typeface="Times New Roman"/>
                <a:cs typeface="Times New Roman"/>
              </a:rPr>
              <a:t> </a:t>
            </a:r>
            <a:r>
              <a:rPr sz="2000" spc="-10" dirty="0">
                <a:latin typeface="Times New Roman"/>
                <a:cs typeface="Times New Roman"/>
              </a:rPr>
              <a:t>elements</a:t>
            </a:r>
            <a:endParaRPr sz="2000">
              <a:latin typeface="Times New Roman"/>
              <a:cs typeface="Times New Roman"/>
            </a:endParaRPr>
          </a:p>
          <a:p>
            <a:pPr marL="12700">
              <a:lnSpc>
                <a:spcPct val="100000"/>
              </a:lnSpc>
              <a:spcBef>
                <a:spcPts val="305"/>
              </a:spcBef>
            </a:pPr>
            <a:r>
              <a:rPr sz="2000" b="1" dirty="0">
                <a:latin typeface="Times New Roman"/>
                <a:cs typeface="Times New Roman"/>
              </a:rPr>
              <a:t>CO2</a:t>
            </a:r>
            <a:r>
              <a:rPr sz="2000" b="1" spc="-25" dirty="0">
                <a:latin typeface="Times New Roman"/>
                <a:cs typeface="Times New Roman"/>
              </a:rPr>
              <a:t> </a:t>
            </a:r>
            <a:r>
              <a:rPr sz="2000" b="1" dirty="0">
                <a:latin typeface="Times New Roman"/>
                <a:cs typeface="Times New Roman"/>
              </a:rPr>
              <a:t>-</a:t>
            </a:r>
            <a:r>
              <a:rPr sz="2000" b="1" spc="-25" dirty="0">
                <a:latin typeface="Times New Roman"/>
                <a:cs typeface="Times New Roman"/>
              </a:rPr>
              <a:t> </a:t>
            </a:r>
            <a:r>
              <a:rPr sz="2000" b="1" dirty="0">
                <a:latin typeface="Times New Roman"/>
                <a:cs typeface="Times New Roman"/>
              </a:rPr>
              <a:t>CSS </a:t>
            </a:r>
            <a:r>
              <a:rPr sz="2000" b="1" spc="-10" dirty="0">
                <a:latin typeface="Times New Roman"/>
                <a:cs typeface="Times New Roman"/>
              </a:rPr>
              <a:t>Styling</a:t>
            </a:r>
            <a:endParaRPr sz="2000">
              <a:latin typeface="Times New Roman"/>
              <a:cs typeface="Times New Roman"/>
            </a:endParaRPr>
          </a:p>
          <a:p>
            <a:pPr marL="163830" indent="-151130">
              <a:lnSpc>
                <a:spcPts val="2025"/>
              </a:lnSpc>
              <a:spcBef>
                <a:spcPts val="305"/>
              </a:spcBef>
              <a:buChar char="•"/>
              <a:tabLst>
                <a:tab pos="163830" algn="l"/>
              </a:tabLst>
            </a:pPr>
            <a:r>
              <a:rPr sz="2000" dirty="0">
                <a:latin typeface="Times New Roman"/>
                <a:cs typeface="Times New Roman"/>
              </a:rPr>
              <a:t>Designed</a:t>
            </a:r>
            <a:r>
              <a:rPr sz="2000" spc="-75" dirty="0">
                <a:latin typeface="Times New Roman"/>
                <a:cs typeface="Times New Roman"/>
              </a:rPr>
              <a:t> </a:t>
            </a:r>
            <a:r>
              <a:rPr sz="2000" dirty="0">
                <a:latin typeface="Times New Roman"/>
                <a:cs typeface="Times New Roman"/>
              </a:rPr>
              <a:t>responsive</a:t>
            </a:r>
            <a:r>
              <a:rPr sz="2000" spc="-35" dirty="0">
                <a:latin typeface="Times New Roman"/>
                <a:cs typeface="Times New Roman"/>
              </a:rPr>
              <a:t> </a:t>
            </a:r>
            <a:r>
              <a:rPr sz="2000" dirty="0">
                <a:latin typeface="Times New Roman"/>
                <a:cs typeface="Times New Roman"/>
              </a:rPr>
              <a:t>user</a:t>
            </a:r>
            <a:r>
              <a:rPr sz="2000" spc="-35" dirty="0">
                <a:latin typeface="Times New Roman"/>
                <a:cs typeface="Times New Roman"/>
              </a:rPr>
              <a:t> </a:t>
            </a:r>
            <a:r>
              <a:rPr sz="2000" dirty="0">
                <a:latin typeface="Times New Roman"/>
                <a:cs typeface="Times New Roman"/>
              </a:rPr>
              <a:t>interface</a:t>
            </a:r>
            <a:r>
              <a:rPr sz="2000" spc="-35" dirty="0">
                <a:latin typeface="Times New Roman"/>
                <a:cs typeface="Times New Roman"/>
              </a:rPr>
              <a:t> </a:t>
            </a:r>
            <a:r>
              <a:rPr sz="2000" dirty="0">
                <a:latin typeface="Times New Roman"/>
                <a:cs typeface="Times New Roman"/>
              </a:rPr>
              <a:t>using</a:t>
            </a:r>
            <a:r>
              <a:rPr sz="2000" spc="-70" dirty="0">
                <a:latin typeface="Times New Roman"/>
                <a:cs typeface="Times New Roman"/>
              </a:rPr>
              <a:t> </a:t>
            </a:r>
            <a:r>
              <a:rPr sz="2000" spc="-25" dirty="0">
                <a:latin typeface="Times New Roman"/>
                <a:cs typeface="Times New Roman"/>
              </a:rPr>
              <a:t>CSS</a:t>
            </a:r>
            <a:endParaRPr sz="2000">
              <a:latin typeface="Times New Roman"/>
              <a:cs typeface="Times New Roman"/>
            </a:endParaRPr>
          </a:p>
          <a:p>
            <a:pPr marL="163830" indent="-151130">
              <a:lnSpc>
                <a:spcPts val="1689"/>
              </a:lnSpc>
              <a:buChar char="•"/>
              <a:tabLst>
                <a:tab pos="163830" algn="l"/>
              </a:tabLst>
            </a:pPr>
            <a:r>
              <a:rPr sz="2000" dirty="0">
                <a:latin typeface="Times New Roman"/>
                <a:cs typeface="Times New Roman"/>
              </a:rPr>
              <a:t>Implemented</a:t>
            </a:r>
            <a:r>
              <a:rPr sz="2000" spc="-45" dirty="0">
                <a:latin typeface="Times New Roman"/>
                <a:cs typeface="Times New Roman"/>
              </a:rPr>
              <a:t> </a:t>
            </a:r>
            <a:r>
              <a:rPr sz="2000" dirty="0">
                <a:latin typeface="Times New Roman"/>
                <a:cs typeface="Times New Roman"/>
              </a:rPr>
              <a:t>modern</a:t>
            </a:r>
            <a:r>
              <a:rPr sz="2000" spc="-45" dirty="0">
                <a:latin typeface="Times New Roman"/>
                <a:cs typeface="Times New Roman"/>
              </a:rPr>
              <a:t> </a:t>
            </a:r>
            <a:r>
              <a:rPr sz="2000" dirty="0">
                <a:latin typeface="Times New Roman"/>
                <a:cs typeface="Times New Roman"/>
              </a:rPr>
              <a:t>card</a:t>
            </a:r>
            <a:r>
              <a:rPr sz="2000" spc="-40" dirty="0">
                <a:latin typeface="Times New Roman"/>
                <a:cs typeface="Times New Roman"/>
              </a:rPr>
              <a:t> </a:t>
            </a:r>
            <a:r>
              <a:rPr sz="2000" dirty="0">
                <a:latin typeface="Times New Roman"/>
                <a:cs typeface="Times New Roman"/>
              </a:rPr>
              <a:t>layout</a:t>
            </a:r>
            <a:r>
              <a:rPr sz="2000" spc="-45" dirty="0">
                <a:latin typeface="Times New Roman"/>
                <a:cs typeface="Times New Roman"/>
              </a:rPr>
              <a:t> </a:t>
            </a:r>
            <a:r>
              <a:rPr sz="2000" dirty="0">
                <a:latin typeface="Times New Roman"/>
                <a:cs typeface="Times New Roman"/>
              </a:rPr>
              <a:t>and</a:t>
            </a:r>
            <a:r>
              <a:rPr sz="2000" spc="-40" dirty="0">
                <a:latin typeface="Times New Roman"/>
                <a:cs typeface="Times New Roman"/>
              </a:rPr>
              <a:t> </a:t>
            </a:r>
            <a:r>
              <a:rPr sz="2000" dirty="0">
                <a:latin typeface="Times New Roman"/>
                <a:cs typeface="Times New Roman"/>
              </a:rPr>
              <a:t>dashboard</a:t>
            </a:r>
            <a:r>
              <a:rPr sz="2000" spc="-45" dirty="0">
                <a:latin typeface="Times New Roman"/>
                <a:cs typeface="Times New Roman"/>
              </a:rPr>
              <a:t> </a:t>
            </a:r>
            <a:r>
              <a:rPr sz="2000" spc="-10" dirty="0">
                <a:latin typeface="Times New Roman"/>
                <a:cs typeface="Times New Roman"/>
              </a:rPr>
              <a:t>design</a:t>
            </a:r>
            <a:endParaRPr sz="2000">
              <a:latin typeface="Times New Roman"/>
              <a:cs typeface="Times New Roman"/>
            </a:endParaRPr>
          </a:p>
          <a:p>
            <a:pPr marL="154940" indent="-142240">
              <a:lnSpc>
                <a:spcPts val="2065"/>
              </a:lnSpc>
              <a:buChar char="•"/>
              <a:tabLst>
                <a:tab pos="154940" algn="l"/>
              </a:tabLst>
            </a:pPr>
            <a:r>
              <a:rPr sz="2000" dirty="0">
                <a:latin typeface="Times New Roman"/>
                <a:cs typeface="Times New Roman"/>
              </a:rPr>
              <a:t>Added</a:t>
            </a:r>
            <a:r>
              <a:rPr sz="2000" spc="-60" dirty="0">
                <a:latin typeface="Times New Roman"/>
                <a:cs typeface="Times New Roman"/>
              </a:rPr>
              <a:t> </a:t>
            </a:r>
            <a:r>
              <a:rPr sz="2000" dirty="0">
                <a:latin typeface="Times New Roman"/>
                <a:cs typeface="Times New Roman"/>
              </a:rPr>
              <a:t>gradient</a:t>
            </a:r>
            <a:r>
              <a:rPr sz="2000" spc="-60" dirty="0">
                <a:latin typeface="Times New Roman"/>
                <a:cs typeface="Times New Roman"/>
              </a:rPr>
              <a:t> </a:t>
            </a:r>
            <a:r>
              <a:rPr sz="2000" dirty="0">
                <a:latin typeface="Times New Roman"/>
                <a:cs typeface="Times New Roman"/>
              </a:rPr>
              <a:t>backgrounds</a:t>
            </a:r>
            <a:r>
              <a:rPr sz="2000" spc="-60" dirty="0">
                <a:latin typeface="Times New Roman"/>
                <a:cs typeface="Times New Roman"/>
              </a:rPr>
              <a:t> </a:t>
            </a:r>
            <a:r>
              <a:rPr sz="2000" dirty="0">
                <a:latin typeface="Times New Roman"/>
                <a:cs typeface="Times New Roman"/>
              </a:rPr>
              <a:t>and</a:t>
            </a:r>
            <a:r>
              <a:rPr sz="2000" spc="-60" dirty="0">
                <a:latin typeface="Times New Roman"/>
                <a:cs typeface="Times New Roman"/>
              </a:rPr>
              <a:t> </a:t>
            </a:r>
            <a:r>
              <a:rPr sz="2000" dirty="0">
                <a:latin typeface="Times New Roman"/>
                <a:cs typeface="Times New Roman"/>
              </a:rPr>
              <a:t>visual</a:t>
            </a:r>
            <a:r>
              <a:rPr sz="2000" spc="-60" dirty="0">
                <a:latin typeface="Times New Roman"/>
                <a:cs typeface="Times New Roman"/>
              </a:rPr>
              <a:t> </a:t>
            </a:r>
            <a:r>
              <a:rPr sz="2000" spc="-10" dirty="0">
                <a:latin typeface="Times New Roman"/>
                <a:cs typeface="Times New Roman"/>
              </a:rPr>
              <a:t>styling</a:t>
            </a:r>
            <a:endParaRPr sz="2000">
              <a:latin typeface="Times New Roman"/>
              <a:cs typeface="Times New Roman"/>
            </a:endParaRPr>
          </a:p>
          <a:p>
            <a:pPr marL="12700">
              <a:lnSpc>
                <a:spcPct val="100000"/>
              </a:lnSpc>
              <a:spcBef>
                <a:spcPts val="225"/>
              </a:spcBef>
            </a:pPr>
            <a:r>
              <a:rPr sz="2000" b="1" dirty="0">
                <a:latin typeface="Times New Roman"/>
                <a:cs typeface="Times New Roman"/>
              </a:rPr>
              <a:t>CO3</a:t>
            </a:r>
            <a:r>
              <a:rPr sz="2000" b="1" spc="-30" dirty="0">
                <a:latin typeface="Times New Roman"/>
                <a:cs typeface="Times New Roman"/>
              </a:rPr>
              <a:t> </a:t>
            </a:r>
            <a:r>
              <a:rPr sz="2000" b="1" dirty="0">
                <a:latin typeface="Times New Roman"/>
                <a:cs typeface="Times New Roman"/>
              </a:rPr>
              <a:t>-</a:t>
            </a:r>
            <a:r>
              <a:rPr sz="2000" b="1" spc="459" dirty="0">
                <a:latin typeface="Times New Roman"/>
                <a:cs typeface="Times New Roman"/>
              </a:rPr>
              <a:t> </a:t>
            </a:r>
            <a:r>
              <a:rPr sz="2000" b="1" dirty="0">
                <a:latin typeface="Times New Roman"/>
                <a:cs typeface="Times New Roman"/>
              </a:rPr>
              <a:t>JavaScript</a:t>
            </a:r>
            <a:r>
              <a:rPr sz="2000" b="1" spc="5" dirty="0">
                <a:latin typeface="Times New Roman"/>
                <a:cs typeface="Times New Roman"/>
              </a:rPr>
              <a:t> </a:t>
            </a:r>
            <a:r>
              <a:rPr sz="2000" b="1" spc="-10" dirty="0">
                <a:latin typeface="Times New Roman"/>
                <a:cs typeface="Times New Roman"/>
              </a:rPr>
              <a:t>Fundamentals</a:t>
            </a:r>
            <a:endParaRPr sz="2000">
              <a:latin typeface="Times New Roman"/>
              <a:cs typeface="Times New Roman"/>
            </a:endParaRPr>
          </a:p>
          <a:p>
            <a:pPr marL="163830" indent="-151130">
              <a:lnSpc>
                <a:spcPts val="2025"/>
              </a:lnSpc>
              <a:spcBef>
                <a:spcPts val="305"/>
              </a:spcBef>
              <a:buChar char="•"/>
              <a:tabLst>
                <a:tab pos="163830" algn="l"/>
              </a:tabLst>
            </a:pPr>
            <a:r>
              <a:rPr sz="2000" dirty="0">
                <a:latin typeface="Times New Roman"/>
                <a:cs typeface="Times New Roman"/>
              </a:rPr>
              <a:t>Implemented</a:t>
            </a:r>
            <a:r>
              <a:rPr sz="2000" spc="-40" dirty="0">
                <a:latin typeface="Times New Roman"/>
                <a:cs typeface="Times New Roman"/>
              </a:rPr>
              <a:t> </a:t>
            </a:r>
            <a:r>
              <a:rPr sz="2000" dirty="0">
                <a:latin typeface="Times New Roman"/>
                <a:cs typeface="Times New Roman"/>
              </a:rPr>
              <a:t>event</a:t>
            </a:r>
            <a:r>
              <a:rPr sz="2000" spc="-40" dirty="0">
                <a:latin typeface="Times New Roman"/>
                <a:cs typeface="Times New Roman"/>
              </a:rPr>
              <a:t> </a:t>
            </a:r>
            <a:r>
              <a:rPr sz="2000" dirty="0">
                <a:latin typeface="Times New Roman"/>
                <a:cs typeface="Times New Roman"/>
              </a:rPr>
              <a:t>handling</a:t>
            </a:r>
            <a:r>
              <a:rPr sz="2000" spc="-40" dirty="0">
                <a:latin typeface="Times New Roman"/>
                <a:cs typeface="Times New Roman"/>
              </a:rPr>
              <a:t> </a:t>
            </a:r>
            <a:r>
              <a:rPr sz="2000" dirty="0">
                <a:latin typeface="Times New Roman"/>
                <a:cs typeface="Times New Roman"/>
              </a:rPr>
              <a:t>using</a:t>
            </a:r>
            <a:r>
              <a:rPr sz="2000" spc="-40" dirty="0">
                <a:latin typeface="Times New Roman"/>
                <a:cs typeface="Times New Roman"/>
              </a:rPr>
              <a:t> </a:t>
            </a:r>
            <a:r>
              <a:rPr sz="2000" spc="-10" dirty="0">
                <a:latin typeface="Times New Roman"/>
                <a:cs typeface="Times New Roman"/>
              </a:rPr>
              <a:t>JavaScript</a:t>
            </a:r>
            <a:endParaRPr sz="2000">
              <a:latin typeface="Times New Roman"/>
              <a:cs typeface="Times New Roman"/>
            </a:endParaRPr>
          </a:p>
          <a:p>
            <a:pPr marL="163830" indent="-151130">
              <a:lnSpc>
                <a:spcPts val="1689"/>
              </a:lnSpc>
              <a:buChar char="•"/>
              <a:tabLst>
                <a:tab pos="163830" algn="l"/>
              </a:tabLst>
            </a:pPr>
            <a:r>
              <a:rPr sz="2000" dirty="0">
                <a:latin typeface="Times New Roman"/>
                <a:cs typeface="Times New Roman"/>
              </a:rPr>
              <a:t>Created</a:t>
            </a:r>
            <a:r>
              <a:rPr sz="2000" spc="-15" dirty="0">
                <a:latin typeface="Times New Roman"/>
                <a:cs typeface="Times New Roman"/>
              </a:rPr>
              <a:t> </a:t>
            </a:r>
            <a:r>
              <a:rPr sz="2000" dirty="0">
                <a:latin typeface="Times New Roman"/>
                <a:cs typeface="Times New Roman"/>
              </a:rPr>
              <a:t>booking</a:t>
            </a:r>
            <a:r>
              <a:rPr sz="2000" spc="-15" dirty="0">
                <a:latin typeface="Times New Roman"/>
                <a:cs typeface="Times New Roman"/>
              </a:rPr>
              <a:t> </a:t>
            </a:r>
            <a:r>
              <a:rPr sz="2000" spc="-10" dirty="0">
                <a:latin typeface="Times New Roman"/>
                <a:cs typeface="Times New Roman"/>
              </a:rPr>
              <a:t>functionality</a:t>
            </a:r>
            <a:r>
              <a:rPr sz="2000" spc="-15" dirty="0">
                <a:latin typeface="Times New Roman"/>
                <a:cs typeface="Times New Roman"/>
              </a:rPr>
              <a:t> </a:t>
            </a:r>
            <a:r>
              <a:rPr sz="2000" dirty="0">
                <a:latin typeface="Times New Roman"/>
                <a:cs typeface="Times New Roman"/>
              </a:rPr>
              <a:t>and</a:t>
            </a:r>
            <a:r>
              <a:rPr sz="2000" spc="-10" dirty="0">
                <a:latin typeface="Times New Roman"/>
                <a:cs typeface="Times New Roman"/>
              </a:rPr>
              <a:t> </a:t>
            </a:r>
            <a:r>
              <a:rPr sz="2000" dirty="0">
                <a:latin typeface="Times New Roman"/>
                <a:cs typeface="Times New Roman"/>
              </a:rPr>
              <a:t>price</a:t>
            </a:r>
            <a:r>
              <a:rPr sz="2000" spc="-50" dirty="0">
                <a:latin typeface="Times New Roman"/>
                <a:cs typeface="Times New Roman"/>
              </a:rPr>
              <a:t> </a:t>
            </a:r>
            <a:r>
              <a:rPr sz="2000" spc="-10" dirty="0">
                <a:latin typeface="Times New Roman"/>
                <a:cs typeface="Times New Roman"/>
              </a:rPr>
              <a:t>calculation</a:t>
            </a:r>
            <a:endParaRPr sz="2000">
              <a:latin typeface="Times New Roman"/>
              <a:cs typeface="Times New Roman"/>
            </a:endParaRPr>
          </a:p>
          <a:p>
            <a:pPr marL="164465" indent="-151765">
              <a:lnSpc>
                <a:spcPts val="2065"/>
              </a:lnSpc>
              <a:buChar char="•"/>
              <a:tabLst>
                <a:tab pos="164465" algn="l"/>
              </a:tabLst>
            </a:pPr>
            <a:r>
              <a:rPr sz="2000" dirty="0">
                <a:latin typeface="Times New Roman"/>
                <a:cs typeface="Times New Roman"/>
              </a:rPr>
              <a:t>Managed</a:t>
            </a:r>
            <a:r>
              <a:rPr sz="2000" spc="-75" dirty="0">
                <a:latin typeface="Times New Roman"/>
                <a:cs typeface="Times New Roman"/>
              </a:rPr>
              <a:t> </a:t>
            </a:r>
            <a:r>
              <a:rPr sz="2000" dirty="0">
                <a:latin typeface="Times New Roman"/>
                <a:cs typeface="Times New Roman"/>
              </a:rPr>
              <a:t>service</a:t>
            </a:r>
            <a:r>
              <a:rPr sz="2000" spc="-40" dirty="0">
                <a:latin typeface="Times New Roman"/>
                <a:cs typeface="Times New Roman"/>
              </a:rPr>
              <a:t> </a:t>
            </a:r>
            <a:r>
              <a:rPr sz="2000" dirty="0">
                <a:latin typeface="Times New Roman"/>
                <a:cs typeface="Times New Roman"/>
              </a:rPr>
              <a:t>selection</a:t>
            </a:r>
            <a:r>
              <a:rPr sz="2000" spc="-75" dirty="0">
                <a:latin typeface="Times New Roman"/>
                <a:cs typeface="Times New Roman"/>
              </a:rPr>
              <a:t> </a:t>
            </a:r>
            <a:r>
              <a:rPr sz="2000" spc="-20" dirty="0">
                <a:latin typeface="Times New Roman"/>
                <a:cs typeface="Times New Roman"/>
              </a:rPr>
              <a:t>logic</a:t>
            </a:r>
            <a:endParaRPr sz="2000">
              <a:latin typeface="Times New Roman"/>
              <a:cs typeface="Times New Roman"/>
            </a:endParaRPr>
          </a:p>
          <a:p>
            <a:pPr marL="12700">
              <a:lnSpc>
                <a:spcPct val="100000"/>
              </a:lnSpc>
              <a:spcBef>
                <a:spcPts val="305"/>
              </a:spcBef>
            </a:pPr>
            <a:r>
              <a:rPr sz="2000" b="1" dirty="0">
                <a:latin typeface="Times New Roman"/>
                <a:cs typeface="Times New Roman"/>
              </a:rPr>
              <a:t>CO4</a:t>
            </a:r>
            <a:r>
              <a:rPr sz="2000" b="1" spc="-20" dirty="0">
                <a:latin typeface="Times New Roman"/>
                <a:cs typeface="Times New Roman"/>
              </a:rPr>
              <a:t> </a:t>
            </a:r>
            <a:r>
              <a:rPr sz="2000" b="1" dirty="0">
                <a:latin typeface="Times New Roman"/>
                <a:cs typeface="Times New Roman"/>
              </a:rPr>
              <a:t>-</a:t>
            </a:r>
            <a:r>
              <a:rPr sz="2000" b="1" spc="-20" dirty="0">
                <a:latin typeface="Times New Roman"/>
                <a:cs typeface="Times New Roman"/>
              </a:rPr>
              <a:t> </a:t>
            </a:r>
            <a:r>
              <a:rPr sz="2000" b="1" dirty="0">
                <a:latin typeface="Times New Roman"/>
                <a:cs typeface="Times New Roman"/>
              </a:rPr>
              <a:t>DOM</a:t>
            </a:r>
            <a:r>
              <a:rPr sz="2000" b="1" spc="-25" dirty="0">
                <a:latin typeface="Times New Roman"/>
                <a:cs typeface="Times New Roman"/>
              </a:rPr>
              <a:t> </a:t>
            </a:r>
            <a:r>
              <a:rPr sz="2000" b="1" spc="-10" dirty="0">
                <a:latin typeface="Times New Roman"/>
                <a:cs typeface="Times New Roman"/>
              </a:rPr>
              <a:t>Manipulation</a:t>
            </a:r>
            <a:endParaRPr sz="2000">
              <a:latin typeface="Times New Roman"/>
              <a:cs typeface="Times New Roman"/>
            </a:endParaRPr>
          </a:p>
          <a:p>
            <a:pPr marL="164465" indent="-151765">
              <a:lnSpc>
                <a:spcPts val="2065"/>
              </a:lnSpc>
              <a:spcBef>
                <a:spcPts val="229"/>
              </a:spcBef>
              <a:buChar char="•"/>
              <a:tabLst>
                <a:tab pos="164465" algn="l"/>
              </a:tabLst>
            </a:pPr>
            <a:r>
              <a:rPr sz="2000" dirty="0">
                <a:latin typeface="Times New Roman"/>
                <a:cs typeface="Times New Roman"/>
              </a:rPr>
              <a:t>Dynamically</a:t>
            </a:r>
            <a:r>
              <a:rPr sz="2000" spc="-50" dirty="0">
                <a:latin typeface="Times New Roman"/>
                <a:cs typeface="Times New Roman"/>
              </a:rPr>
              <a:t> </a:t>
            </a:r>
            <a:r>
              <a:rPr sz="2000" dirty="0">
                <a:latin typeface="Times New Roman"/>
                <a:cs typeface="Times New Roman"/>
              </a:rPr>
              <a:t>generated</a:t>
            </a:r>
            <a:r>
              <a:rPr sz="2000" spc="-45" dirty="0">
                <a:latin typeface="Times New Roman"/>
                <a:cs typeface="Times New Roman"/>
              </a:rPr>
              <a:t> </a:t>
            </a:r>
            <a:r>
              <a:rPr sz="2000" dirty="0">
                <a:latin typeface="Times New Roman"/>
                <a:cs typeface="Times New Roman"/>
              </a:rPr>
              <a:t>tailor</a:t>
            </a:r>
            <a:r>
              <a:rPr sz="2000" spc="-80" dirty="0">
                <a:latin typeface="Times New Roman"/>
                <a:cs typeface="Times New Roman"/>
              </a:rPr>
              <a:t> </a:t>
            </a:r>
            <a:r>
              <a:rPr sz="2000" dirty="0">
                <a:latin typeface="Times New Roman"/>
                <a:cs typeface="Times New Roman"/>
              </a:rPr>
              <a:t>profiles</a:t>
            </a:r>
            <a:r>
              <a:rPr sz="2000" spc="-50" dirty="0">
                <a:latin typeface="Times New Roman"/>
                <a:cs typeface="Times New Roman"/>
              </a:rPr>
              <a:t> </a:t>
            </a:r>
            <a:r>
              <a:rPr sz="2000" dirty="0">
                <a:latin typeface="Times New Roman"/>
                <a:cs typeface="Times New Roman"/>
              </a:rPr>
              <a:t>and</a:t>
            </a:r>
            <a:r>
              <a:rPr sz="2000" spc="-45" dirty="0">
                <a:latin typeface="Times New Roman"/>
                <a:cs typeface="Times New Roman"/>
              </a:rPr>
              <a:t> </a:t>
            </a:r>
            <a:r>
              <a:rPr sz="2000" dirty="0">
                <a:latin typeface="Times New Roman"/>
                <a:cs typeface="Times New Roman"/>
              </a:rPr>
              <a:t>search</a:t>
            </a:r>
            <a:r>
              <a:rPr sz="2000" spc="-55" dirty="0">
                <a:latin typeface="Times New Roman"/>
                <a:cs typeface="Times New Roman"/>
              </a:rPr>
              <a:t> </a:t>
            </a:r>
            <a:r>
              <a:rPr sz="2000" spc="-10" dirty="0">
                <a:latin typeface="Times New Roman"/>
                <a:cs typeface="Times New Roman"/>
              </a:rPr>
              <a:t>results</a:t>
            </a:r>
            <a:endParaRPr sz="2000">
              <a:latin typeface="Times New Roman"/>
              <a:cs typeface="Times New Roman"/>
            </a:endParaRPr>
          </a:p>
          <a:p>
            <a:pPr marL="164465" indent="-151765">
              <a:lnSpc>
                <a:spcPts val="2065"/>
              </a:lnSpc>
              <a:buChar char="•"/>
              <a:tabLst>
                <a:tab pos="164465" algn="l"/>
              </a:tabLst>
            </a:pPr>
            <a:r>
              <a:rPr sz="2000" dirty="0">
                <a:latin typeface="Times New Roman"/>
                <a:cs typeface="Times New Roman"/>
              </a:rPr>
              <a:t>Updated</a:t>
            </a:r>
            <a:r>
              <a:rPr sz="2000" spc="-65" dirty="0">
                <a:latin typeface="Times New Roman"/>
                <a:cs typeface="Times New Roman"/>
              </a:rPr>
              <a:t> </a:t>
            </a:r>
            <a:r>
              <a:rPr sz="2000" dirty="0">
                <a:latin typeface="Times New Roman"/>
                <a:cs typeface="Times New Roman"/>
              </a:rPr>
              <a:t>dashboard</a:t>
            </a:r>
            <a:r>
              <a:rPr sz="2000" spc="-65" dirty="0">
                <a:latin typeface="Times New Roman"/>
                <a:cs typeface="Times New Roman"/>
              </a:rPr>
              <a:t> </a:t>
            </a:r>
            <a:r>
              <a:rPr sz="2000" dirty="0">
                <a:latin typeface="Times New Roman"/>
                <a:cs typeface="Times New Roman"/>
              </a:rPr>
              <a:t>content</a:t>
            </a:r>
            <a:r>
              <a:rPr sz="2000" spc="-55" dirty="0">
                <a:latin typeface="Times New Roman"/>
                <a:cs typeface="Times New Roman"/>
              </a:rPr>
              <a:t> </a:t>
            </a:r>
            <a:r>
              <a:rPr sz="2000" dirty="0">
                <a:latin typeface="Times New Roman"/>
                <a:cs typeface="Times New Roman"/>
              </a:rPr>
              <a:t>using</a:t>
            </a:r>
            <a:r>
              <a:rPr sz="2000" spc="-65" dirty="0">
                <a:latin typeface="Times New Roman"/>
                <a:cs typeface="Times New Roman"/>
              </a:rPr>
              <a:t> </a:t>
            </a:r>
            <a:r>
              <a:rPr sz="2000" dirty="0">
                <a:latin typeface="Times New Roman"/>
                <a:cs typeface="Times New Roman"/>
              </a:rPr>
              <a:t>JavaScript</a:t>
            </a:r>
            <a:r>
              <a:rPr sz="2000" spc="-60" dirty="0">
                <a:latin typeface="Times New Roman"/>
                <a:cs typeface="Times New Roman"/>
              </a:rPr>
              <a:t> </a:t>
            </a:r>
            <a:r>
              <a:rPr sz="2000" spc="-25" dirty="0">
                <a:latin typeface="Times New Roman"/>
                <a:cs typeface="Times New Roman"/>
              </a:rPr>
              <a:t>DOM</a:t>
            </a:r>
            <a:endParaRPr sz="2000">
              <a:latin typeface="Times New Roman"/>
              <a:cs typeface="Times New Roman"/>
            </a:endParaRPr>
          </a:p>
          <a:p>
            <a:pPr marL="12700">
              <a:lnSpc>
                <a:spcPct val="100000"/>
              </a:lnSpc>
              <a:spcBef>
                <a:spcPts val="229"/>
              </a:spcBef>
            </a:pPr>
            <a:r>
              <a:rPr sz="2000" b="1" dirty="0">
                <a:latin typeface="Times New Roman"/>
                <a:cs typeface="Times New Roman"/>
              </a:rPr>
              <a:t>CO5</a:t>
            </a:r>
            <a:r>
              <a:rPr sz="2000" b="1" spc="-70" dirty="0">
                <a:latin typeface="Times New Roman"/>
                <a:cs typeface="Times New Roman"/>
              </a:rPr>
              <a:t> </a:t>
            </a:r>
            <a:r>
              <a:rPr sz="2000" b="1" spc="-10" dirty="0">
                <a:latin typeface="Times New Roman"/>
                <a:cs typeface="Times New Roman"/>
              </a:rPr>
              <a:t>-</a:t>
            </a:r>
            <a:r>
              <a:rPr sz="2000" b="1" spc="-40" dirty="0">
                <a:latin typeface="Times New Roman"/>
                <a:cs typeface="Times New Roman"/>
              </a:rPr>
              <a:t>Web</a:t>
            </a:r>
            <a:r>
              <a:rPr sz="2000" b="1" spc="-130" dirty="0">
                <a:latin typeface="Times New Roman"/>
                <a:cs typeface="Times New Roman"/>
              </a:rPr>
              <a:t> </a:t>
            </a:r>
            <a:r>
              <a:rPr sz="2000" b="1" dirty="0">
                <a:latin typeface="Times New Roman"/>
                <a:cs typeface="Times New Roman"/>
              </a:rPr>
              <a:t>Application</a:t>
            </a:r>
            <a:r>
              <a:rPr sz="2000" b="1" spc="-10" dirty="0">
                <a:latin typeface="Times New Roman"/>
                <a:cs typeface="Times New Roman"/>
              </a:rPr>
              <a:t> Integration</a:t>
            </a:r>
            <a:endParaRPr sz="2000">
              <a:latin typeface="Times New Roman"/>
              <a:cs typeface="Times New Roman"/>
            </a:endParaRPr>
          </a:p>
          <a:p>
            <a:pPr marL="163830" indent="-151130">
              <a:lnSpc>
                <a:spcPts val="2065"/>
              </a:lnSpc>
              <a:spcBef>
                <a:spcPts val="300"/>
              </a:spcBef>
              <a:buChar char="•"/>
              <a:tabLst>
                <a:tab pos="163830" algn="l"/>
              </a:tabLst>
            </a:pPr>
            <a:r>
              <a:rPr sz="2000" dirty="0">
                <a:latin typeface="Times New Roman"/>
                <a:cs typeface="Times New Roman"/>
              </a:rPr>
              <a:t>Integrated</a:t>
            </a:r>
            <a:r>
              <a:rPr sz="2000" spc="-50" dirty="0">
                <a:latin typeface="Times New Roman"/>
                <a:cs typeface="Times New Roman"/>
              </a:rPr>
              <a:t> </a:t>
            </a:r>
            <a:r>
              <a:rPr sz="2000" dirty="0">
                <a:latin typeface="Times New Roman"/>
                <a:cs typeface="Times New Roman"/>
              </a:rPr>
              <a:t>HTML,</a:t>
            </a:r>
            <a:r>
              <a:rPr sz="2000" spc="5" dirty="0">
                <a:latin typeface="Times New Roman"/>
                <a:cs typeface="Times New Roman"/>
              </a:rPr>
              <a:t> </a:t>
            </a:r>
            <a:r>
              <a:rPr sz="2000" dirty="0">
                <a:latin typeface="Times New Roman"/>
                <a:cs typeface="Times New Roman"/>
              </a:rPr>
              <a:t>CSS,</a:t>
            </a:r>
            <a:r>
              <a:rPr sz="2000" spc="-65" dirty="0">
                <a:latin typeface="Times New Roman"/>
                <a:cs typeface="Times New Roman"/>
              </a:rPr>
              <a:t> </a:t>
            </a:r>
            <a:r>
              <a:rPr sz="2000" dirty="0">
                <a:latin typeface="Times New Roman"/>
                <a:cs typeface="Times New Roman"/>
              </a:rPr>
              <a:t>and</a:t>
            </a:r>
            <a:r>
              <a:rPr sz="2000" spc="-45" dirty="0">
                <a:latin typeface="Times New Roman"/>
                <a:cs typeface="Times New Roman"/>
              </a:rPr>
              <a:t> </a:t>
            </a:r>
            <a:r>
              <a:rPr sz="2000" dirty="0">
                <a:latin typeface="Times New Roman"/>
                <a:cs typeface="Times New Roman"/>
              </a:rPr>
              <a:t>JavaScript</a:t>
            </a:r>
            <a:r>
              <a:rPr sz="2000" spc="-50" dirty="0">
                <a:latin typeface="Times New Roman"/>
                <a:cs typeface="Times New Roman"/>
              </a:rPr>
              <a:t> </a:t>
            </a:r>
            <a:r>
              <a:rPr sz="2000" dirty="0">
                <a:latin typeface="Times New Roman"/>
                <a:cs typeface="Times New Roman"/>
              </a:rPr>
              <a:t>into</a:t>
            </a:r>
            <a:r>
              <a:rPr sz="2000" spc="-45" dirty="0">
                <a:latin typeface="Times New Roman"/>
                <a:cs typeface="Times New Roman"/>
              </a:rPr>
              <a:t> </a:t>
            </a:r>
            <a:r>
              <a:rPr sz="2000" dirty="0">
                <a:latin typeface="Times New Roman"/>
                <a:cs typeface="Times New Roman"/>
              </a:rPr>
              <a:t>a</a:t>
            </a:r>
            <a:r>
              <a:rPr sz="2000" spc="-10" dirty="0">
                <a:latin typeface="Times New Roman"/>
                <a:cs typeface="Times New Roman"/>
              </a:rPr>
              <a:t> </a:t>
            </a:r>
            <a:r>
              <a:rPr sz="2000" dirty="0">
                <a:latin typeface="Times New Roman"/>
                <a:cs typeface="Times New Roman"/>
              </a:rPr>
              <a:t>functional</a:t>
            </a:r>
            <a:r>
              <a:rPr sz="2000" spc="-45" dirty="0">
                <a:latin typeface="Times New Roman"/>
                <a:cs typeface="Times New Roman"/>
              </a:rPr>
              <a:t> </a:t>
            </a:r>
            <a:r>
              <a:rPr sz="2000" dirty="0">
                <a:latin typeface="Times New Roman"/>
                <a:cs typeface="Times New Roman"/>
              </a:rPr>
              <a:t>web</a:t>
            </a:r>
            <a:r>
              <a:rPr sz="2000" spc="-50" dirty="0">
                <a:latin typeface="Times New Roman"/>
                <a:cs typeface="Times New Roman"/>
              </a:rPr>
              <a:t> </a:t>
            </a:r>
            <a:r>
              <a:rPr sz="2000" spc="-10" dirty="0">
                <a:latin typeface="Times New Roman"/>
                <a:cs typeface="Times New Roman"/>
              </a:rPr>
              <a:t>application</a:t>
            </a:r>
            <a:endParaRPr sz="2000">
              <a:latin typeface="Times New Roman"/>
              <a:cs typeface="Times New Roman"/>
            </a:endParaRPr>
          </a:p>
          <a:p>
            <a:pPr marL="163830" indent="-151130">
              <a:lnSpc>
                <a:spcPts val="2065"/>
              </a:lnSpc>
              <a:buChar char="•"/>
              <a:tabLst>
                <a:tab pos="163830" algn="l"/>
              </a:tabLst>
            </a:pPr>
            <a:r>
              <a:rPr sz="2000" dirty="0">
                <a:latin typeface="Times New Roman"/>
                <a:cs typeface="Times New Roman"/>
              </a:rPr>
              <a:t>Implemented</a:t>
            </a:r>
            <a:r>
              <a:rPr sz="2000" spc="-40" dirty="0">
                <a:latin typeface="Times New Roman"/>
                <a:cs typeface="Times New Roman"/>
              </a:rPr>
              <a:t> </a:t>
            </a:r>
            <a:r>
              <a:rPr sz="2000" dirty="0">
                <a:latin typeface="Times New Roman"/>
                <a:cs typeface="Times New Roman"/>
              </a:rPr>
              <a:t>login</a:t>
            </a:r>
            <a:r>
              <a:rPr sz="2000" spc="-35" dirty="0">
                <a:latin typeface="Times New Roman"/>
                <a:cs typeface="Times New Roman"/>
              </a:rPr>
              <a:t> </a:t>
            </a:r>
            <a:r>
              <a:rPr sz="2000" dirty="0">
                <a:latin typeface="Times New Roman"/>
                <a:cs typeface="Times New Roman"/>
              </a:rPr>
              <a:t>system</a:t>
            </a:r>
            <a:r>
              <a:rPr sz="2000" spc="-70" dirty="0">
                <a:latin typeface="Times New Roman"/>
                <a:cs typeface="Times New Roman"/>
              </a:rPr>
              <a:t> </a:t>
            </a:r>
            <a:r>
              <a:rPr sz="2000" dirty="0">
                <a:latin typeface="Times New Roman"/>
                <a:cs typeface="Times New Roman"/>
              </a:rPr>
              <a:t>and</a:t>
            </a:r>
            <a:r>
              <a:rPr sz="2000" spc="-35" dirty="0">
                <a:latin typeface="Times New Roman"/>
                <a:cs typeface="Times New Roman"/>
              </a:rPr>
              <a:t> </a:t>
            </a:r>
            <a:r>
              <a:rPr sz="2000" spc="-10" dirty="0">
                <a:latin typeface="Times New Roman"/>
                <a:cs typeface="Times New Roman"/>
              </a:rPr>
              <a:t>dashboards</a:t>
            </a:r>
            <a:endParaRPr sz="2000">
              <a:latin typeface="Times New Roman"/>
              <a:cs typeface="Times New Roman"/>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95059" rIns="0" bIns="0" rtlCol="0">
            <a:spAutoFit/>
          </a:bodyPr>
          <a:lstStyle/>
          <a:p>
            <a:pPr marL="695325">
              <a:lnSpc>
                <a:spcPct val="100000"/>
              </a:lnSpc>
              <a:spcBef>
                <a:spcPts val="130"/>
              </a:spcBef>
            </a:pPr>
            <a:r>
              <a:rPr dirty="0"/>
              <a:t>Screenshots</a:t>
            </a:r>
            <a:r>
              <a:rPr spc="-145" dirty="0"/>
              <a:t> </a:t>
            </a:r>
            <a:r>
              <a:rPr dirty="0"/>
              <a:t>for</a:t>
            </a:r>
            <a:r>
              <a:rPr spc="-130" dirty="0"/>
              <a:t> </a:t>
            </a:r>
            <a:r>
              <a:rPr dirty="0"/>
              <a:t>FWD</a:t>
            </a:r>
            <a:r>
              <a:rPr spc="-160" dirty="0"/>
              <a:t> </a:t>
            </a:r>
            <a:r>
              <a:rPr spc="-50" dirty="0"/>
              <a:t>:</a:t>
            </a:r>
          </a:p>
        </p:txBody>
      </p:sp>
      <p:grpSp>
        <p:nvGrpSpPr>
          <p:cNvPr id="3" name="object 3"/>
          <p:cNvGrpSpPr/>
          <p:nvPr/>
        </p:nvGrpSpPr>
        <p:grpSpPr>
          <a:xfrm>
            <a:off x="590550" y="925869"/>
            <a:ext cx="10925175" cy="5274945"/>
            <a:chOff x="590550" y="925869"/>
            <a:chExt cx="10925175" cy="5274945"/>
          </a:xfrm>
        </p:grpSpPr>
        <p:pic>
          <p:nvPicPr>
            <p:cNvPr id="4" name="object 4"/>
            <p:cNvPicPr/>
            <p:nvPr/>
          </p:nvPicPr>
          <p:blipFill>
            <a:blip r:embed="rId2" cstate="print"/>
            <a:stretch>
              <a:fillRect/>
            </a:stretch>
          </p:blipFill>
          <p:spPr>
            <a:xfrm>
              <a:off x="590550" y="925869"/>
              <a:ext cx="5172075" cy="2598380"/>
            </a:xfrm>
            <a:prstGeom prst="rect">
              <a:avLst/>
            </a:prstGeom>
          </p:spPr>
        </p:pic>
        <p:pic>
          <p:nvPicPr>
            <p:cNvPr id="5" name="object 5"/>
            <p:cNvPicPr/>
            <p:nvPr/>
          </p:nvPicPr>
          <p:blipFill>
            <a:blip r:embed="rId3" cstate="print"/>
            <a:stretch>
              <a:fillRect/>
            </a:stretch>
          </p:blipFill>
          <p:spPr>
            <a:xfrm>
              <a:off x="5762625" y="3524249"/>
              <a:ext cx="5753100" cy="2676525"/>
            </a:xfrm>
            <a:prstGeom prst="rect">
              <a:avLst/>
            </a:prstGeom>
          </p:spPr>
        </p:pic>
      </p:grpSp>
      <p:sp>
        <p:nvSpPr>
          <p:cNvPr id="6" name="object 6"/>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7" name="object 7"/>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8" name="object 8"/>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9" name="object 9"/>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10</a:t>
            </a:fld>
            <a:endParaRPr spc="-25"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400684" y="6523672"/>
            <a:ext cx="762635" cy="208915"/>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404040"/>
                </a:solidFill>
                <a:latin typeface="Calibri"/>
                <a:cs typeface="Calibri"/>
              </a:rPr>
              <a:t>0th</a:t>
            </a:r>
            <a:r>
              <a:rPr sz="1200" spc="30" dirty="0">
                <a:solidFill>
                  <a:srgbClr val="404040"/>
                </a:solidFill>
                <a:latin typeface="Calibri"/>
                <a:cs typeface="Calibri"/>
              </a:rPr>
              <a:t> </a:t>
            </a:r>
            <a:r>
              <a:rPr sz="1200" spc="-10" dirty="0">
                <a:solidFill>
                  <a:srgbClr val="404040"/>
                </a:solidFill>
                <a:latin typeface="Calibri"/>
                <a:cs typeface="Calibri"/>
              </a:rPr>
              <a:t>REVIEW</a:t>
            </a:r>
            <a:endParaRPr sz="1200">
              <a:latin typeface="Calibri"/>
              <a:cs typeface="Calibri"/>
            </a:endParaRPr>
          </a:p>
        </p:txBody>
      </p:sp>
      <p:sp>
        <p:nvSpPr>
          <p:cNvPr id="3" name="object 3"/>
          <p:cNvSpPr txBox="1"/>
          <p:nvPr/>
        </p:nvSpPr>
        <p:spPr>
          <a:xfrm>
            <a:off x="1448429" y="6523672"/>
            <a:ext cx="724535" cy="208915"/>
          </a:xfrm>
          <a:prstGeom prst="rect">
            <a:avLst/>
          </a:prstGeom>
        </p:spPr>
        <p:txBody>
          <a:bodyPr vert="horz" wrap="square" lIns="0" tIns="12700" rIns="0" bIns="0" rtlCol="0">
            <a:spAutoFit/>
          </a:bodyPr>
          <a:lstStyle/>
          <a:p>
            <a:pPr marL="12700">
              <a:lnSpc>
                <a:spcPct val="100000"/>
              </a:lnSpc>
              <a:spcBef>
                <a:spcPts val="100"/>
              </a:spcBef>
            </a:pPr>
            <a:r>
              <a:rPr sz="1200" spc="-10" dirty="0">
                <a:solidFill>
                  <a:srgbClr val="404040"/>
                </a:solidFill>
                <a:latin typeface="Calibri"/>
                <a:cs typeface="Calibri"/>
              </a:rPr>
              <a:t>173030211</a:t>
            </a:r>
            <a:endParaRPr sz="1200">
              <a:latin typeface="Calibri"/>
              <a:cs typeface="Calibri"/>
            </a:endParaRPr>
          </a:p>
        </p:txBody>
      </p:sp>
      <p:sp>
        <p:nvSpPr>
          <p:cNvPr id="4" name="object 4"/>
          <p:cNvSpPr txBox="1"/>
          <p:nvPr/>
        </p:nvSpPr>
        <p:spPr>
          <a:xfrm>
            <a:off x="2535014" y="6523672"/>
            <a:ext cx="1197610" cy="208915"/>
          </a:xfrm>
          <a:prstGeom prst="rect">
            <a:avLst/>
          </a:prstGeom>
        </p:spPr>
        <p:txBody>
          <a:bodyPr vert="horz" wrap="square" lIns="0" tIns="12700" rIns="0" bIns="0" rtlCol="0">
            <a:spAutoFit/>
          </a:bodyPr>
          <a:lstStyle/>
          <a:p>
            <a:pPr marL="12700">
              <a:lnSpc>
                <a:spcPct val="100000"/>
              </a:lnSpc>
              <a:spcBef>
                <a:spcPts val="100"/>
              </a:spcBef>
            </a:pPr>
            <a:r>
              <a:rPr sz="1200" dirty="0">
                <a:solidFill>
                  <a:srgbClr val="404040"/>
                </a:solidFill>
                <a:latin typeface="Calibri"/>
                <a:cs typeface="Calibri"/>
              </a:rPr>
              <a:t>Department</a:t>
            </a:r>
            <a:r>
              <a:rPr sz="1200" spc="-35" dirty="0">
                <a:solidFill>
                  <a:srgbClr val="404040"/>
                </a:solidFill>
                <a:latin typeface="Calibri"/>
                <a:cs typeface="Calibri"/>
              </a:rPr>
              <a:t> </a:t>
            </a:r>
            <a:r>
              <a:rPr sz="1200" dirty="0">
                <a:solidFill>
                  <a:srgbClr val="404040"/>
                </a:solidFill>
                <a:latin typeface="Calibri"/>
                <a:cs typeface="Calibri"/>
              </a:rPr>
              <a:t>of </a:t>
            </a:r>
            <a:r>
              <a:rPr sz="1200" spc="-25" dirty="0">
                <a:solidFill>
                  <a:srgbClr val="404040"/>
                </a:solidFill>
                <a:latin typeface="Calibri"/>
                <a:cs typeface="Calibri"/>
              </a:rPr>
              <a:t>CSE</a:t>
            </a:r>
            <a:endParaRPr sz="1200">
              <a:latin typeface="Calibri"/>
              <a:cs typeface="Calibri"/>
            </a:endParaRPr>
          </a:p>
        </p:txBody>
      </p:sp>
      <p:sp>
        <p:nvSpPr>
          <p:cNvPr id="5" name="object 5"/>
          <p:cNvSpPr txBox="1"/>
          <p:nvPr/>
        </p:nvSpPr>
        <p:spPr>
          <a:xfrm>
            <a:off x="10074909" y="6523672"/>
            <a:ext cx="609600" cy="208915"/>
          </a:xfrm>
          <a:prstGeom prst="rect">
            <a:avLst/>
          </a:prstGeom>
        </p:spPr>
        <p:txBody>
          <a:bodyPr vert="horz" wrap="square" lIns="0" tIns="12700" rIns="0" bIns="0" rtlCol="0">
            <a:spAutoFit/>
          </a:bodyPr>
          <a:lstStyle/>
          <a:p>
            <a:pPr marL="12700">
              <a:lnSpc>
                <a:spcPct val="100000"/>
              </a:lnSpc>
              <a:spcBef>
                <a:spcPts val="100"/>
              </a:spcBef>
            </a:pPr>
            <a:r>
              <a:rPr sz="1200" spc="-10" dirty="0">
                <a:solidFill>
                  <a:srgbClr val="404040"/>
                </a:solidFill>
                <a:latin typeface="Calibri"/>
                <a:cs typeface="Calibri"/>
              </a:rPr>
              <a:t>3/6/2026</a:t>
            </a:r>
            <a:endParaRPr sz="1200">
              <a:latin typeface="Calibri"/>
              <a:cs typeface="Calibri"/>
            </a:endParaRPr>
          </a:p>
        </p:txBody>
      </p:sp>
      <p:sp>
        <p:nvSpPr>
          <p:cNvPr id="6" name="object 6"/>
          <p:cNvSpPr txBox="1"/>
          <p:nvPr/>
        </p:nvSpPr>
        <p:spPr>
          <a:xfrm>
            <a:off x="11618214" y="6523672"/>
            <a:ext cx="177800" cy="208915"/>
          </a:xfrm>
          <a:prstGeom prst="rect">
            <a:avLst/>
          </a:prstGeom>
        </p:spPr>
        <p:txBody>
          <a:bodyPr vert="horz" wrap="square" lIns="0" tIns="12700" rIns="0" bIns="0" rtlCol="0">
            <a:spAutoFit/>
          </a:bodyPr>
          <a:lstStyle/>
          <a:p>
            <a:pPr marL="12700">
              <a:lnSpc>
                <a:spcPct val="100000"/>
              </a:lnSpc>
              <a:spcBef>
                <a:spcPts val="100"/>
              </a:spcBef>
            </a:pPr>
            <a:r>
              <a:rPr sz="1200" spc="-25" dirty="0">
                <a:solidFill>
                  <a:srgbClr val="404040"/>
                </a:solidFill>
                <a:latin typeface="Calibri"/>
                <a:cs typeface="Calibri"/>
              </a:rPr>
              <a:t>11</a:t>
            </a:r>
            <a:endParaRPr sz="1200">
              <a:latin typeface="Calibri"/>
              <a:cs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474469" y="2458"/>
            <a:ext cx="7687945" cy="1288097"/>
          </a:xfrm>
          <a:prstGeom prst="rect">
            <a:avLst/>
          </a:prstGeom>
        </p:spPr>
        <p:txBody>
          <a:bodyPr vert="horz" wrap="square" lIns="0" tIns="602297" rIns="0" bIns="0" rtlCol="0">
            <a:spAutoFit/>
          </a:bodyPr>
          <a:lstStyle/>
          <a:p>
            <a:pPr marL="2901315">
              <a:lnSpc>
                <a:spcPct val="100000"/>
              </a:lnSpc>
              <a:spcBef>
                <a:spcPts val="130"/>
              </a:spcBef>
            </a:pPr>
            <a:r>
              <a:rPr spc="-30" dirty="0"/>
              <a:t>Conclusion</a:t>
            </a:r>
          </a:p>
        </p:txBody>
      </p:sp>
      <p:sp>
        <p:nvSpPr>
          <p:cNvPr id="3" name="object 3"/>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4" name="object 4"/>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5" name="object 5"/>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6" name="object 6"/>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12</a:t>
            </a:fld>
            <a:endParaRPr spc="-25" dirty="0"/>
          </a:p>
        </p:txBody>
      </p:sp>
      <p:sp>
        <p:nvSpPr>
          <p:cNvPr id="8" name="TextBox 7">
            <a:extLst>
              <a:ext uri="{FF2B5EF4-FFF2-40B4-BE49-F238E27FC236}">
                <a16:creationId xmlns:a16="http://schemas.microsoft.com/office/drawing/2014/main" id="{DFA0F09E-4352-7A0A-8395-A90FA95E7B7F}"/>
              </a:ext>
            </a:extLst>
          </p:cNvPr>
          <p:cNvSpPr txBox="1"/>
          <p:nvPr/>
        </p:nvSpPr>
        <p:spPr>
          <a:xfrm>
            <a:off x="1289684" y="1828800"/>
            <a:ext cx="9144000" cy="3477875"/>
          </a:xfrm>
          <a:prstGeom prst="rect">
            <a:avLst/>
          </a:prstGeom>
          <a:noFill/>
        </p:spPr>
        <p:txBody>
          <a:bodyPr wrap="square">
            <a:spAutoFit/>
          </a:bodyPr>
          <a:lstStyle/>
          <a:p>
            <a:pPr algn="just">
              <a:buNone/>
            </a:pPr>
            <a:r>
              <a:rPr lang="en-US" sz="2000" dirty="0">
                <a:latin typeface="Times New Roman" panose="02020603050405020304" pitchFamily="18" charset="0"/>
                <a:cs typeface="Times New Roman" panose="02020603050405020304" pitchFamily="18" charset="0"/>
              </a:rPr>
              <a:t>The </a:t>
            </a:r>
            <a:r>
              <a:rPr lang="en-US" sz="2000" b="1" dirty="0" err="1">
                <a:latin typeface="Times New Roman" panose="02020603050405020304" pitchFamily="18" charset="0"/>
                <a:cs typeface="Times New Roman" panose="02020603050405020304" pitchFamily="18" charset="0"/>
              </a:rPr>
              <a:t>NearStitch</a:t>
            </a:r>
            <a:r>
              <a:rPr lang="en-US" sz="2000" dirty="0">
                <a:latin typeface="Times New Roman" panose="02020603050405020304" pitchFamily="18" charset="0"/>
                <a:cs typeface="Times New Roman" panose="02020603050405020304" pitchFamily="18" charset="0"/>
              </a:rPr>
              <a:t> website demonstrates how a frontend web application can simplify the process of finding nearby tailoring services. Using technologies like </a:t>
            </a:r>
            <a:r>
              <a:rPr lang="en-US" sz="2000" b="1" dirty="0">
                <a:latin typeface="Times New Roman" panose="02020603050405020304" pitchFamily="18" charset="0"/>
                <a:cs typeface="Times New Roman" panose="02020603050405020304" pitchFamily="18" charset="0"/>
              </a:rPr>
              <a:t>HTML, CSS, and JavaScript</a:t>
            </a:r>
            <a:r>
              <a:rPr lang="en-US" sz="2000" dirty="0">
                <a:latin typeface="Times New Roman" panose="02020603050405020304" pitchFamily="18" charset="0"/>
                <a:cs typeface="Times New Roman" panose="02020603050405020304" pitchFamily="18" charset="0"/>
              </a:rPr>
              <a:t>, the platform provides a user-friendly interface where customers can search for tailors, view their profiles, and book stitching services easily. This improves convenience and saves time for users who would otherwise have to visit multiple shops.</a:t>
            </a:r>
          </a:p>
          <a:p>
            <a:pPr algn="just">
              <a:buNone/>
            </a:pPr>
            <a:endParaRPr lang="en-US" sz="2000" dirty="0">
              <a:latin typeface="Times New Roman" panose="02020603050405020304" pitchFamily="18" charset="0"/>
              <a:cs typeface="Times New Roman" panose="02020603050405020304" pitchFamily="18" charset="0"/>
            </a:endParaRPr>
          </a:p>
          <a:p>
            <a:pPr algn="just">
              <a:buNone/>
            </a:pPr>
            <a:r>
              <a:rPr lang="en-US" sz="2000" dirty="0">
                <a:latin typeface="Times New Roman" panose="02020603050405020304" pitchFamily="18" charset="0"/>
                <a:cs typeface="Times New Roman" panose="02020603050405020304" pitchFamily="18" charset="0"/>
              </a:rPr>
              <a:t>                        In addition, the project highlights how digital platforms can support small tailoring businesses by improving their visibility and accessibility. Features such as search functionality, booking system, dashboards, and a responsive design enhance the overall user experience. The project can be further enhanced in the future by adding backend integration, database support, and online payment systems.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7575" y="609282"/>
            <a:ext cx="3682365" cy="701040"/>
          </a:xfrm>
          <a:prstGeom prst="rect">
            <a:avLst/>
          </a:prstGeom>
        </p:spPr>
        <p:txBody>
          <a:bodyPr vert="horz" wrap="square" lIns="0" tIns="16510" rIns="0" bIns="0" rtlCol="0">
            <a:spAutoFit/>
          </a:bodyPr>
          <a:lstStyle/>
          <a:p>
            <a:pPr marL="12700">
              <a:lnSpc>
                <a:spcPct val="100000"/>
              </a:lnSpc>
              <a:spcBef>
                <a:spcPts val="130"/>
              </a:spcBef>
            </a:pPr>
            <a:r>
              <a:rPr dirty="0"/>
              <a:t>Geo-</a:t>
            </a:r>
            <a:r>
              <a:rPr spc="-114" dirty="0"/>
              <a:t> </a:t>
            </a:r>
            <a:r>
              <a:rPr spc="-85" dirty="0"/>
              <a:t>Tag</a:t>
            </a:r>
            <a:r>
              <a:rPr spc="-95" dirty="0"/>
              <a:t> </a:t>
            </a:r>
            <a:r>
              <a:rPr spc="-10" dirty="0"/>
              <a:t>Photos</a:t>
            </a:r>
          </a:p>
        </p:txBody>
      </p:sp>
      <p:sp>
        <p:nvSpPr>
          <p:cNvPr id="3" name="object 3"/>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4" name="object 4"/>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5" name="object 5"/>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6" name="object 6"/>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13</a:t>
            </a:fld>
            <a:endParaRPr spc="-25"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4733290" y="2644203"/>
            <a:ext cx="2731770" cy="701040"/>
          </a:xfrm>
          <a:prstGeom prst="rect">
            <a:avLst/>
          </a:prstGeom>
        </p:spPr>
        <p:txBody>
          <a:bodyPr vert="horz" wrap="square" lIns="0" tIns="16510" rIns="0" bIns="0" rtlCol="0">
            <a:spAutoFit/>
          </a:bodyPr>
          <a:lstStyle/>
          <a:p>
            <a:pPr marL="12700">
              <a:lnSpc>
                <a:spcPct val="100000"/>
              </a:lnSpc>
              <a:spcBef>
                <a:spcPts val="130"/>
              </a:spcBef>
            </a:pPr>
            <a:r>
              <a:rPr dirty="0">
                <a:latin typeface="Calibri"/>
                <a:cs typeface="Calibri"/>
              </a:rPr>
              <a:t>THANK</a:t>
            </a:r>
            <a:r>
              <a:rPr spc="-80" dirty="0">
                <a:latin typeface="Calibri"/>
                <a:cs typeface="Calibri"/>
              </a:rPr>
              <a:t> </a:t>
            </a:r>
            <a:r>
              <a:rPr spc="-25" dirty="0">
                <a:latin typeface="Calibri"/>
                <a:cs typeface="Calibri"/>
              </a:rPr>
              <a:t>YOU</a:t>
            </a:r>
          </a:p>
        </p:txBody>
      </p:sp>
      <p:sp>
        <p:nvSpPr>
          <p:cNvPr id="3" name="object 3"/>
          <p:cNvSpPr txBox="1">
            <a:spLocks noGrp="1"/>
          </p:cNvSpPr>
          <p:nvPr>
            <p:ph type="dt" sz="half" idx="6"/>
          </p:nvPr>
        </p:nvSpPr>
        <p:spPr>
          <a:prstGeom prst="rect">
            <a:avLst/>
          </a:prstGeom>
        </p:spPr>
        <p:txBody>
          <a:bodyPr vert="horz" wrap="square" lIns="0" tIns="5080" rIns="0" bIns="0" rtlCol="0">
            <a:spAutoFit/>
          </a:bodyPr>
          <a:lstStyle/>
          <a:p>
            <a:pPr marL="12700">
              <a:lnSpc>
                <a:spcPct val="100000"/>
              </a:lnSpc>
              <a:spcBef>
                <a:spcPts val="40"/>
              </a:spcBef>
            </a:pPr>
            <a:r>
              <a:rPr spc="-10" dirty="0"/>
              <a:t>06-03-</a:t>
            </a:r>
            <a:r>
              <a:rPr spc="-20" dirty="0"/>
              <a:t>2026</a:t>
            </a:r>
          </a:p>
        </p:txBody>
      </p:sp>
      <p:sp>
        <p:nvSpPr>
          <p:cNvPr id="4" name="object 4"/>
          <p:cNvSpPr txBox="1">
            <a:spLocks noGrp="1"/>
          </p:cNvSpPr>
          <p:nvPr>
            <p:ph type="ftr" sz="quarter" idx="5"/>
          </p:nvPr>
        </p:nvSpPr>
        <p:spPr>
          <a:prstGeom prst="rect">
            <a:avLst/>
          </a:prstGeom>
        </p:spPr>
        <p:txBody>
          <a:bodyPr vert="horz" wrap="square" lIns="0" tIns="5080" rIns="0" bIns="0" rtlCol="0">
            <a:spAutoFit/>
          </a:bodyPr>
          <a:lstStyle/>
          <a:p>
            <a:pPr marL="12700">
              <a:lnSpc>
                <a:spcPct val="100000"/>
              </a:lnSpc>
              <a:spcBef>
                <a:spcPts val="40"/>
              </a:spcBef>
            </a:pPr>
            <a:r>
              <a:rPr spc="-10" dirty="0"/>
              <a:t>173030211</a:t>
            </a:r>
          </a:p>
        </p:txBody>
      </p:sp>
      <p:sp>
        <p:nvSpPr>
          <p:cNvPr id="5" name="object 5"/>
          <p:cNvSpPr txBox="1"/>
          <p:nvPr/>
        </p:nvSpPr>
        <p:spPr>
          <a:xfrm>
            <a:off x="6042075" y="6441747"/>
            <a:ext cx="1193800" cy="211454"/>
          </a:xfrm>
          <a:prstGeom prst="rect">
            <a:avLst/>
          </a:prstGeom>
        </p:spPr>
        <p:txBody>
          <a:bodyPr vert="horz" wrap="square" lIns="0" tIns="5080" rIns="0" bIns="0" rtlCol="0">
            <a:spAutoFit/>
          </a:bodyPr>
          <a:lstStyle/>
          <a:p>
            <a:pPr marL="12700">
              <a:lnSpc>
                <a:spcPct val="100000"/>
              </a:lnSpc>
              <a:spcBef>
                <a:spcPts val="40"/>
              </a:spcBef>
            </a:pPr>
            <a:r>
              <a:rPr sz="1200" dirty="0">
                <a:solidFill>
                  <a:srgbClr val="888888"/>
                </a:solidFill>
                <a:latin typeface="Calibri"/>
                <a:cs typeface="Calibri"/>
              </a:rPr>
              <a:t>Department</a:t>
            </a:r>
            <a:r>
              <a:rPr sz="1200" spc="-40" dirty="0">
                <a:solidFill>
                  <a:srgbClr val="888888"/>
                </a:solidFill>
                <a:latin typeface="Calibri"/>
                <a:cs typeface="Calibri"/>
              </a:rPr>
              <a:t> </a:t>
            </a:r>
            <a:r>
              <a:rPr sz="1200" dirty="0">
                <a:solidFill>
                  <a:srgbClr val="888888"/>
                </a:solidFill>
                <a:latin typeface="Calibri"/>
                <a:cs typeface="Calibri"/>
              </a:rPr>
              <a:t>of</a:t>
            </a:r>
            <a:r>
              <a:rPr sz="1200" spc="-5" dirty="0">
                <a:solidFill>
                  <a:srgbClr val="888888"/>
                </a:solidFill>
                <a:latin typeface="Calibri"/>
                <a:cs typeface="Calibri"/>
              </a:rPr>
              <a:t> </a:t>
            </a:r>
            <a:r>
              <a:rPr sz="1200" spc="-25" dirty="0">
                <a:solidFill>
                  <a:srgbClr val="888888"/>
                </a:solidFill>
                <a:latin typeface="Calibri"/>
                <a:cs typeface="Calibri"/>
              </a:rPr>
              <a:t>CSE</a:t>
            </a:r>
            <a:endParaRPr sz="1200">
              <a:latin typeface="Calibri"/>
              <a:cs typeface="Calibri"/>
            </a:endParaRPr>
          </a:p>
        </p:txBody>
      </p:sp>
      <p:sp>
        <p:nvSpPr>
          <p:cNvPr id="6" name="object 6"/>
          <p:cNvSpPr txBox="1">
            <a:spLocks noGrp="1"/>
          </p:cNvSpPr>
          <p:nvPr>
            <p:ph type="sldNum" sz="quarter" idx="7"/>
          </p:nvPr>
        </p:nvSpPr>
        <p:spPr>
          <a:prstGeom prst="rect">
            <a:avLst/>
          </a:prstGeom>
        </p:spPr>
        <p:txBody>
          <a:bodyPr vert="horz" wrap="square" lIns="0" tIns="5080" rIns="0" bIns="0" rtlCol="0">
            <a:spAutoFit/>
          </a:bodyPr>
          <a:lstStyle/>
          <a:p>
            <a:pPr marL="38100">
              <a:lnSpc>
                <a:spcPct val="100000"/>
              </a:lnSpc>
              <a:spcBef>
                <a:spcPts val="40"/>
              </a:spcBef>
            </a:pPr>
            <a:fld id="{81D60167-4931-47E6-BA6A-407CBD079E47}" type="slidenum">
              <a:rPr spc="-25" dirty="0"/>
              <a:t>14</a:t>
            </a:fld>
            <a:endParaRPr spc="-25"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5</TotalTime>
  <Words>778</Words>
  <Application>Microsoft Office PowerPoint</Application>
  <PresentationFormat>Widescreen</PresentationFormat>
  <Paragraphs>153</Paragraphs>
  <Slides>14</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Calibri</vt:lpstr>
      <vt:lpstr>Calibri Light</vt:lpstr>
      <vt:lpstr>Times New Roman</vt:lpstr>
      <vt:lpstr>Office Theme</vt:lpstr>
      <vt:lpstr>Title: NearStitch- Fashion Designing Pickup Delivery platform</vt:lpstr>
      <vt:lpstr>OUTLINE</vt:lpstr>
      <vt:lpstr>Abstract</vt:lpstr>
      <vt:lpstr>Existing System</vt:lpstr>
      <vt:lpstr>Proposed System</vt:lpstr>
      <vt:lpstr>System Architecture</vt:lpstr>
      <vt:lpstr>Project Modules</vt:lpstr>
      <vt:lpstr>Objectives</vt:lpstr>
      <vt:lpstr>Co’s Attainments - FWD</vt:lpstr>
      <vt:lpstr>Screenshots for FWD :</vt:lpstr>
      <vt:lpstr>PowerPoint Presentation</vt:lpstr>
      <vt:lpstr>Conclusion</vt:lpstr>
      <vt:lpstr>Geo- Tag Photos</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Jhanasri Thota</dc:creator>
  <cp:lastModifiedBy>Jhanasri Thota</cp:lastModifiedBy>
  <cp:revision>2</cp:revision>
  <dcterms:created xsi:type="dcterms:W3CDTF">2026-03-07T03:54:21Z</dcterms:created>
  <dcterms:modified xsi:type="dcterms:W3CDTF">2026-03-07T04:06:04Z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2026-03-06T00:00:00Z</vt:filetime>
  </property>
  <property fmtid="{D5CDD505-2E9C-101B-9397-08002B2CF9AE}" pid="3" name="LastSaved">
    <vt:filetime>2026-03-07T00:00:00Z</vt:filetime>
  </property>
</Properties>
</file>